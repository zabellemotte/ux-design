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8" r:id="rId5"/>
    <p:sldId id="256" r:id="rId6"/>
    <p:sldId id="257" r:id="rId7"/>
    <p:sldId id="262" r:id="rId8"/>
    <p:sldId id="259" r:id="rId9"/>
    <p:sldId id="260" r:id="rId10"/>
    <p:sldId id="261" r:id="rId11"/>
    <p:sldId id="263" r:id="rId12"/>
    <p:sldId id="264" r:id="rId13"/>
    <p:sldId id="265" r:id="rId14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529A67C-0DC9-424C-811C-59BAFEC84871}" v="34" dt="2026-02-16T20:51:45.77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Aucun style, grille du tableau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96" d="100"/>
          <a:sy n="96" d="100"/>
        </p:scale>
        <p:origin x="924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sabelle Motte" userId="c5f724bb-884b-4317-a99d-362d4f2078a6" providerId="ADAL" clId="{8E55D3B9-9A69-45FF-B253-8C5385E04449}"/>
    <pc:docChg chg="undo custSel addSld modSld sldOrd">
      <pc:chgData name="Isabelle Motte" userId="c5f724bb-884b-4317-a99d-362d4f2078a6" providerId="ADAL" clId="{8E55D3B9-9A69-45FF-B253-8C5385E04449}" dt="2026-02-16T20:56:05.838" v="1899" actId="20577"/>
      <pc:docMkLst>
        <pc:docMk/>
      </pc:docMkLst>
      <pc:sldChg chg="addSp modSp mod">
        <pc:chgData name="Isabelle Motte" userId="c5f724bb-884b-4317-a99d-362d4f2078a6" providerId="ADAL" clId="{8E55D3B9-9A69-45FF-B253-8C5385E04449}" dt="2026-02-16T20:16:58.562" v="728" actId="1036"/>
        <pc:sldMkLst>
          <pc:docMk/>
          <pc:sldMk cId="3784089036" sldId="256"/>
        </pc:sldMkLst>
        <pc:spChg chg="add mod">
          <ac:chgData name="Isabelle Motte" userId="c5f724bb-884b-4317-a99d-362d4f2078a6" providerId="ADAL" clId="{8E55D3B9-9A69-45FF-B253-8C5385E04449}" dt="2026-02-16T20:15:23.245" v="688"/>
          <ac:spMkLst>
            <pc:docMk/>
            <pc:sldMk cId="3784089036" sldId="256"/>
            <ac:spMk id="2" creationId="{766979A3-33DA-A869-72FA-967C077DB824}"/>
          </ac:spMkLst>
        </pc:spChg>
        <pc:spChg chg="add mod">
          <ac:chgData name="Isabelle Motte" userId="c5f724bb-884b-4317-a99d-362d4f2078a6" providerId="ADAL" clId="{8E55D3B9-9A69-45FF-B253-8C5385E04449}" dt="2026-02-16T20:16:58.562" v="728" actId="1036"/>
          <ac:spMkLst>
            <pc:docMk/>
            <pc:sldMk cId="3784089036" sldId="256"/>
            <ac:spMk id="3" creationId="{8E1DBFDA-CDCE-A153-B8EC-848EC9372D74}"/>
          </ac:spMkLst>
        </pc:spChg>
        <pc:spChg chg="mod">
          <ac:chgData name="Isabelle Motte" userId="c5f724bb-884b-4317-a99d-362d4f2078a6" providerId="ADAL" clId="{8E55D3B9-9A69-45FF-B253-8C5385E04449}" dt="2026-02-16T20:16:15.370" v="706" actId="1035"/>
          <ac:spMkLst>
            <pc:docMk/>
            <pc:sldMk cId="3784089036" sldId="256"/>
            <ac:spMk id="10" creationId="{65230D59-0CA6-1C5D-EE28-C79DDEBF2554}"/>
          </ac:spMkLst>
        </pc:spChg>
        <pc:spChg chg="mod">
          <ac:chgData name="Isabelle Motte" userId="c5f724bb-884b-4317-a99d-362d4f2078a6" providerId="ADAL" clId="{8E55D3B9-9A69-45FF-B253-8C5385E04449}" dt="2026-02-16T20:16:15.370" v="706" actId="1035"/>
          <ac:spMkLst>
            <pc:docMk/>
            <pc:sldMk cId="3784089036" sldId="256"/>
            <ac:spMk id="12" creationId="{DAB39A57-B8A9-094C-77D8-D5DE6C01807F}"/>
          </ac:spMkLst>
        </pc:spChg>
        <pc:spChg chg="mod">
          <ac:chgData name="Isabelle Motte" userId="c5f724bb-884b-4317-a99d-362d4f2078a6" providerId="ADAL" clId="{8E55D3B9-9A69-45FF-B253-8C5385E04449}" dt="2026-02-16T20:16:15.370" v="706" actId="1035"/>
          <ac:spMkLst>
            <pc:docMk/>
            <pc:sldMk cId="3784089036" sldId="256"/>
            <ac:spMk id="13" creationId="{0DB38AE2-0693-9324-3DC2-D80212EB73FF}"/>
          </ac:spMkLst>
        </pc:spChg>
        <pc:spChg chg="mod">
          <ac:chgData name="Isabelle Motte" userId="c5f724bb-884b-4317-a99d-362d4f2078a6" providerId="ADAL" clId="{8E55D3B9-9A69-45FF-B253-8C5385E04449}" dt="2026-02-16T20:16:15.370" v="706" actId="1035"/>
          <ac:spMkLst>
            <pc:docMk/>
            <pc:sldMk cId="3784089036" sldId="256"/>
            <ac:spMk id="14" creationId="{C21EADAF-1B0E-16CF-E5A5-8D9142DF3B22}"/>
          </ac:spMkLst>
        </pc:spChg>
      </pc:sldChg>
      <pc:sldChg chg="addSp modSp">
        <pc:chgData name="Isabelle Motte" userId="c5f724bb-884b-4317-a99d-362d4f2078a6" providerId="ADAL" clId="{8E55D3B9-9A69-45FF-B253-8C5385E04449}" dt="2026-02-16T20:17:04.441" v="729"/>
        <pc:sldMkLst>
          <pc:docMk/>
          <pc:sldMk cId="2032923286" sldId="257"/>
        </pc:sldMkLst>
        <pc:spChg chg="add mod">
          <ac:chgData name="Isabelle Motte" userId="c5f724bb-884b-4317-a99d-362d4f2078a6" providerId="ADAL" clId="{8E55D3B9-9A69-45FF-B253-8C5385E04449}" dt="2026-02-16T20:17:04.441" v="729"/>
          <ac:spMkLst>
            <pc:docMk/>
            <pc:sldMk cId="2032923286" sldId="257"/>
            <ac:spMk id="3" creationId="{FEFBDA3A-0538-E57C-5BE2-204C3B3F7D5A}"/>
          </ac:spMkLst>
        </pc:spChg>
      </pc:sldChg>
      <pc:sldChg chg="addSp delSp modSp new mod ord">
        <pc:chgData name="Isabelle Motte" userId="c5f724bb-884b-4317-a99d-362d4f2078a6" providerId="ADAL" clId="{8E55D3B9-9A69-45FF-B253-8C5385E04449}" dt="2026-02-16T20:56:05.838" v="1899" actId="20577"/>
        <pc:sldMkLst>
          <pc:docMk/>
          <pc:sldMk cId="221098774" sldId="258"/>
        </pc:sldMkLst>
        <pc:spChg chg="add del mod">
          <ac:chgData name="Isabelle Motte" userId="c5f724bb-884b-4317-a99d-362d4f2078a6" providerId="ADAL" clId="{8E55D3B9-9A69-45FF-B253-8C5385E04449}" dt="2026-02-16T19:56:54.257" v="28"/>
          <ac:spMkLst>
            <pc:docMk/>
            <pc:sldMk cId="221098774" sldId="258"/>
            <ac:spMk id="2" creationId="{C5CD406F-D844-42F6-BD8D-6AA9E6035CD7}"/>
          </ac:spMkLst>
        </pc:spChg>
        <pc:spChg chg="add mod">
          <ac:chgData name="Isabelle Motte" userId="c5f724bb-884b-4317-a99d-362d4f2078a6" providerId="ADAL" clId="{8E55D3B9-9A69-45FF-B253-8C5385E04449}" dt="2026-02-16T20:56:05.838" v="1899" actId="20577"/>
          <ac:spMkLst>
            <pc:docMk/>
            <pc:sldMk cId="221098774" sldId="258"/>
            <ac:spMk id="3" creationId="{9941D47C-14AE-8265-1AA6-DC84DC52220F}"/>
          </ac:spMkLst>
        </pc:spChg>
        <pc:spChg chg="add mod">
          <ac:chgData name="Isabelle Motte" userId="c5f724bb-884b-4317-a99d-362d4f2078a6" providerId="ADAL" clId="{8E55D3B9-9A69-45FF-B253-8C5385E04449}" dt="2026-02-16T20:16:47.977" v="716" actId="1036"/>
          <ac:spMkLst>
            <pc:docMk/>
            <pc:sldMk cId="221098774" sldId="258"/>
            <ac:spMk id="5" creationId="{4E4E0908-B26F-A0A6-C8DF-A8A99B939A66}"/>
          </ac:spMkLst>
        </pc:spChg>
        <pc:spChg chg="add del">
          <ac:chgData name="Isabelle Motte" userId="c5f724bb-884b-4317-a99d-362d4f2078a6" providerId="ADAL" clId="{8E55D3B9-9A69-45FF-B253-8C5385E04449}" dt="2026-02-16T20:33:00.054" v="933" actId="478"/>
          <ac:spMkLst>
            <pc:docMk/>
            <pc:sldMk cId="221098774" sldId="258"/>
            <ac:spMk id="6" creationId="{84958986-7E75-CF91-40EF-DC36A0CBE09A}"/>
          </ac:spMkLst>
        </pc:spChg>
        <pc:spChg chg="add mod ord">
          <ac:chgData name="Isabelle Motte" userId="c5f724bb-884b-4317-a99d-362d4f2078a6" providerId="ADAL" clId="{8E55D3B9-9A69-45FF-B253-8C5385E04449}" dt="2026-02-16T20:38:56.024" v="996" actId="1076"/>
          <ac:spMkLst>
            <pc:docMk/>
            <pc:sldMk cId="221098774" sldId="258"/>
            <ac:spMk id="7" creationId="{A8DBFD20-10B8-1A28-983B-41C543FBEE54}"/>
          </ac:spMkLst>
        </pc:spChg>
        <pc:spChg chg="add mod ord">
          <ac:chgData name="Isabelle Motte" userId="c5f724bb-884b-4317-a99d-362d4f2078a6" providerId="ADAL" clId="{8E55D3B9-9A69-45FF-B253-8C5385E04449}" dt="2026-02-16T20:41:39.304" v="1026" actId="167"/>
          <ac:spMkLst>
            <pc:docMk/>
            <pc:sldMk cId="221098774" sldId="258"/>
            <ac:spMk id="8" creationId="{A0C329FB-DCD2-526E-E578-D25E91C2A33E}"/>
          </ac:spMkLst>
        </pc:spChg>
        <pc:spChg chg="add mod ord">
          <ac:chgData name="Isabelle Motte" userId="c5f724bb-884b-4317-a99d-362d4f2078a6" providerId="ADAL" clId="{8E55D3B9-9A69-45FF-B253-8C5385E04449}" dt="2026-02-16T20:41:15.759" v="1018" actId="167"/>
          <ac:spMkLst>
            <pc:docMk/>
            <pc:sldMk cId="221098774" sldId="258"/>
            <ac:spMk id="9" creationId="{284BC741-C6A4-4BC9-9248-EA448928E244}"/>
          </ac:spMkLst>
        </pc:spChg>
        <pc:spChg chg="add mod">
          <ac:chgData name="Isabelle Motte" userId="c5f724bb-884b-4317-a99d-362d4f2078a6" providerId="ADAL" clId="{8E55D3B9-9A69-45FF-B253-8C5385E04449}" dt="2026-02-16T20:43:25.735" v="1047" actId="1076"/>
          <ac:spMkLst>
            <pc:docMk/>
            <pc:sldMk cId="221098774" sldId="258"/>
            <ac:spMk id="10" creationId="{2F0C609B-21F3-1753-7AC8-212C737B25BA}"/>
          </ac:spMkLst>
        </pc:spChg>
        <pc:spChg chg="add mod">
          <ac:chgData name="Isabelle Motte" userId="c5f724bb-884b-4317-a99d-362d4f2078a6" providerId="ADAL" clId="{8E55D3B9-9A69-45FF-B253-8C5385E04449}" dt="2026-02-16T20:35:10.849" v="956" actId="1076"/>
          <ac:spMkLst>
            <pc:docMk/>
            <pc:sldMk cId="221098774" sldId="258"/>
            <ac:spMk id="11" creationId="{02E4864A-2BB9-D441-2D03-0E01137BEB54}"/>
          </ac:spMkLst>
        </pc:spChg>
        <pc:spChg chg="add mod">
          <ac:chgData name="Isabelle Motte" userId="c5f724bb-884b-4317-a99d-362d4f2078a6" providerId="ADAL" clId="{8E55D3B9-9A69-45FF-B253-8C5385E04449}" dt="2026-02-16T20:35:14.975" v="958" actId="1076"/>
          <ac:spMkLst>
            <pc:docMk/>
            <pc:sldMk cId="221098774" sldId="258"/>
            <ac:spMk id="12" creationId="{BC154DC0-659B-AA54-40A6-5E44D9E36137}"/>
          </ac:spMkLst>
        </pc:spChg>
        <pc:spChg chg="add mod">
          <ac:chgData name="Isabelle Motte" userId="c5f724bb-884b-4317-a99d-362d4f2078a6" providerId="ADAL" clId="{8E55D3B9-9A69-45FF-B253-8C5385E04449}" dt="2026-02-16T20:39:25.399" v="1001" actId="1076"/>
          <ac:spMkLst>
            <pc:docMk/>
            <pc:sldMk cId="221098774" sldId="258"/>
            <ac:spMk id="13" creationId="{91773371-671A-FE1B-C072-DA32195BBB95}"/>
          </ac:spMkLst>
        </pc:spChg>
        <pc:spChg chg="add mod">
          <ac:chgData name="Isabelle Motte" userId="c5f724bb-884b-4317-a99d-362d4f2078a6" providerId="ADAL" clId="{8E55D3B9-9A69-45FF-B253-8C5385E04449}" dt="2026-02-16T20:39:21.476" v="1000" actId="1076"/>
          <ac:spMkLst>
            <pc:docMk/>
            <pc:sldMk cId="221098774" sldId="258"/>
            <ac:spMk id="14" creationId="{E3976864-5186-5485-EBCE-2AD0573C27EB}"/>
          </ac:spMkLst>
        </pc:spChg>
        <pc:spChg chg="add mod">
          <ac:chgData name="Isabelle Motte" userId="c5f724bb-884b-4317-a99d-362d4f2078a6" providerId="ADAL" clId="{8E55D3B9-9A69-45FF-B253-8C5385E04449}" dt="2026-02-16T20:41:20.826" v="1024" actId="1036"/>
          <ac:spMkLst>
            <pc:docMk/>
            <pc:sldMk cId="221098774" sldId="258"/>
            <ac:spMk id="19" creationId="{7FE4864A-2116-FD5E-839F-E6617A7A122C}"/>
          </ac:spMkLst>
        </pc:spChg>
        <pc:spChg chg="add del mod">
          <ac:chgData name="Isabelle Motte" userId="c5f724bb-884b-4317-a99d-362d4f2078a6" providerId="ADAL" clId="{8E55D3B9-9A69-45FF-B253-8C5385E04449}" dt="2026-02-16T20:42:21.988" v="1034" actId="478"/>
          <ac:spMkLst>
            <pc:docMk/>
            <pc:sldMk cId="221098774" sldId="258"/>
            <ac:spMk id="20" creationId="{1BCC409F-13A4-626C-5E13-1A8EEB2E6B8A}"/>
          </ac:spMkLst>
        </pc:spChg>
        <pc:spChg chg="add mod">
          <ac:chgData name="Isabelle Motte" userId="c5f724bb-884b-4317-a99d-362d4f2078a6" providerId="ADAL" clId="{8E55D3B9-9A69-45FF-B253-8C5385E04449}" dt="2026-02-16T20:43:11.086" v="1044" actId="1076"/>
          <ac:spMkLst>
            <pc:docMk/>
            <pc:sldMk cId="221098774" sldId="258"/>
            <ac:spMk id="21" creationId="{5085BE63-1B5E-850D-F76A-F973B21995EF}"/>
          </ac:spMkLst>
        </pc:spChg>
        <pc:spChg chg="add mod">
          <ac:chgData name="Isabelle Motte" userId="c5f724bb-884b-4317-a99d-362d4f2078a6" providerId="ADAL" clId="{8E55D3B9-9A69-45FF-B253-8C5385E04449}" dt="2026-02-16T20:43:21.254" v="1045"/>
          <ac:spMkLst>
            <pc:docMk/>
            <pc:sldMk cId="221098774" sldId="258"/>
            <ac:spMk id="22" creationId="{0FFB0817-5FA0-FA4D-414D-26559EE68695}"/>
          </ac:spMkLst>
        </pc:spChg>
        <pc:spChg chg="add del">
          <ac:chgData name="Isabelle Motte" userId="c5f724bb-884b-4317-a99d-362d4f2078a6" providerId="ADAL" clId="{8E55D3B9-9A69-45FF-B253-8C5385E04449}" dt="2026-02-16T20:47:16.268" v="1148" actId="34122"/>
          <ac:spMkLst>
            <pc:docMk/>
            <pc:sldMk cId="221098774" sldId="258"/>
            <ac:spMk id="22" creationId="{84C59DAB-03E3-483B-9B32-187BA65FB441}"/>
          </ac:spMkLst>
        </pc:spChg>
        <pc:spChg chg="add mod">
          <ac:chgData name="Isabelle Motte" userId="c5f724bb-884b-4317-a99d-362d4f2078a6" providerId="ADAL" clId="{8E55D3B9-9A69-45FF-B253-8C5385E04449}" dt="2026-02-16T20:43:41.423" v="1128" actId="1036"/>
          <ac:spMkLst>
            <pc:docMk/>
            <pc:sldMk cId="221098774" sldId="258"/>
            <ac:spMk id="23" creationId="{19D8AE30-1518-4476-D62C-41B84BA8DD56}"/>
          </ac:spMkLst>
        </pc:spChg>
        <pc:spChg chg="add del">
          <ac:chgData name="Isabelle Motte" userId="c5f724bb-884b-4317-a99d-362d4f2078a6" providerId="ADAL" clId="{8E55D3B9-9A69-45FF-B253-8C5385E04449}" dt="2026-02-16T20:46:29.852" v="1143" actId="11529"/>
          <ac:spMkLst>
            <pc:docMk/>
            <pc:sldMk cId="221098774" sldId="258"/>
            <ac:spMk id="29" creationId="{B219E415-C0A5-5A85-7689-E8AFD22DEF51}"/>
          </ac:spMkLst>
        </pc:spChg>
        <pc:spChg chg="add mod">
          <ac:chgData name="Isabelle Motte" userId="c5f724bb-884b-4317-a99d-362d4f2078a6" providerId="ADAL" clId="{8E55D3B9-9A69-45FF-B253-8C5385E04449}" dt="2026-02-16T20:48:58.418" v="1163" actId="1076"/>
          <ac:spMkLst>
            <pc:docMk/>
            <pc:sldMk cId="221098774" sldId="258"/>
            <ac:spMk id="33" creationId="{8766EFDE-205C-0503-C987-BFBD449703BA}"/>
          </ac:spMkLst>
        </pc:spChg>
        <pc:spChg chg="add mod">
          <ac:chgData name="Isabelle Motte" userId="c5f724bb-884b-4317-a99d-362d4f2078a6" providerId="ADAL" clId="{8E55D3B9-9A69-45FF-B253-8C5385E04449}" dt="2026-02-16T20:49:01.996" v="1164" actId="1076"/>
          <ac:spMkLst>
            <pc:docMk/>
            <pc:sldMk cId="221098774" sldId="258"/>
            <ac:spMk id="34" creationId="{92C9F109-9F76-AF7B-2566-BFC61C997CFC}"/>
          </ac:spMkLst>
        </pc:spChg>
        <pc:spChg chg="add mod">
          <ac:chgData name="Isabelle Motte" userId="c5f724bb-884b-4317-a99d-362d4f2078a6" providerId="ADAL" clId="{8E55D3B9-9A69-45FF-B253-8C5385E04449}" dt="2026-02-16T20:49:15.856" v="1255" actId="1035"/>
          <ac:spMkLst>
            <pc:docMk/>
            <pc:sldMk cId="221098774" sldId="258"/>
            <ac:spMk id="35" creationId="{970DF680-8C3B-08E0-DA6F-2EDD1DC416BA}"/>
          </ac:spMkLst>
        </pc:spChg>
        <pc:spChg chg="add mod">
          <ac:chgData name="Isabelle Motte" userId="c5f724bb-884b-4317-a99d-362d4f2078a6" providerId="ADAL" clId="{8E55D3B9-9A69-45FF-B253-8C5385E04449}" dt="2026-02-16T20:49:15.856" v="1255" actId="1035"/>
          <ac:spMkLst>
            <pc:docMk/>
            <pc:sldMk cId="221098774" sldId="258"/>
            <ac:spMk id="36" creationId="{51B89DD7-C91D-7513-45FC-3F6DD4102E1A}"/>
          </ac:spMkLst>
        </pc:spChg>
        <pc:spChg chg="add mod">
          <ac:chgData name="Isabelle Motte" userId="c5f724bb-884b-4317-a99d-362d4f2078a6" providerId="ADAL" clId="{8E55D3B9-9A69-45FF-B253-8C5385E04449}" dt="2026-02-16T20:49:40.587" v="1414" actId="1036"/>
          <ac:spMkLst>
            <pc:docMk/>
            <pc:sldMk cId="221098774" sldId="258"/>
            <ac:spMk id="37" creationId="{29F496E7-26C5-3568-CBFC-AA867E625F4E}"/>
          </ac:spMkLst>
        </pc:spChg>
        <pc:spChg chg="add mod">
          <ac:chgData name="Isabelle Motte" userId="c5f724bb-884b-4317-a99d-362d4f2078a6" providerId="ADAL" clId="{8E55D3B9-9A69-45FF-B253-8C5385E04449}" dt="2026-02-16T20:49:40.587" v="1414" actId="1036"/>
          <ac:spMkLst>
            <pc:docMk/>
            <pc:sldMk cId="221098774" sldId="258"/>
            <ac:spMk id="38" creationId="{226D4682-4F84-2BFD-6B28-B5F615149E2B}"/>
          </ac:spMkLst>
        </pc:spChg>
        <pc:spChg chg="add mod">
          <ac:chgData name="Isabelle Motte" userId="c5f724bb-884b-4317-a99d-362d4f2078a6" providerId="ADAL" clId="{8E55D3B9-9A69-45FF-B253-8C5385E04449}" dt="2026-02-16T20:50:08.843" v="1587" actId="1036"/>
          <ac:spMkLst>
            <pc:docMk/>
            <pc:sldMk cId="221098774" sldId="258"/>
            <ac:spMk id="39" creationId="{3EBC35FE-CFC7-A623-8497-5B7213FB17F9}"/>
          </ac:spMkLst>
        </pc:spChg>
        <pc:spChg chg="add mod">
          <ac:chgData name="Isabelle Motte" userId="c5f724bb-884b-4317-a99d-362d4f2078a6" providerId="ADAL" clId="{8E55D3B9-9A69-45FF-B253-8C5385E04449}" dt="2026-02-16T20:50:08.843" v="1587" actId="1036"/>
          <ac:spMkLst>
            <pc:docMk/>
            <pc:sldMk cId="221098774" sldId="258"/>
            <ac:spMk id="40" creationId="{D3E9FBA5-21D3-8F88-D6D4-008395701F25}"/>
          </ac:spMkLst>
        </pc:spChg>
        <pc:inkChg chg="add del">
          <ac:chgData name="Isabelle Motte" userId="c5f724bb-884b-4317-a99d-362d4f2078a6" providerId="ADAL" clId="{8E55D3B9-9A69-45FF-B253-8C5385E04449}" dt="2026-02-16T20:44:36.135" v="1130" actId="9405"/>
          <ac:inkMkLst>
            <pc:docMk/>
            <pc:sldMk cId="221098774" sldId="258"/>
            <ac:inkMk id="24" creationId="{A36C5AC4-9E71-9615-6305-F2DBF739B1EF}"/>
          </ac:inkMkLst>
        </pc:inkChg>
        <pc:inkChg chg="add del">
          <ac:chgData name="Isabelle Motte" userId="c5f724bb-884b-4317-a99d-362d4f2078a6" providerId="ADAL" clId="{8E55D3B9-9A69-45FF-B253-8C5385E04449}" dt="2026-02-16T20:44:41.260" v="1132" actId="9405"/>
          <ac:inkMkLst>
            <pc:docMk/>
            <pc:sldMk cId="221098774" sldId="258"/>
            <ac:inkMk id="25" creationId="{9BDCB8D0-3B72-0D84-B4E0-B59FD5A922DB}"/>
          </ac:inkMkLst>
        </pc:inkChg>
        <pc:inkChg chg="add del">
          <ac:chgData name="Isabelle Motte" userId="c5f724bb-884b-4317-a99d-362d4f2078a6" providerId="ADAL" clId="{8E55D3B9-9A69-45FF-B253-8C5385E04449}" dt="2026-02-16T20:44:45.226" v="1134" actId="9405"/>
          <ac:inkMkLst>
            <pc:docMk/>
            <pc:sldMk cId="221098774" sldId="258"/>
            <ac:inkMk id="26" creationId="{7BFA8529-7DE9-21CF-325C-A5BA174ED679}"/>
          </ac:inkMkLst>
        </pc:inkChg>
        <pc:inkChg chg="add del">
          <ac:chgData name="Isabelle Motte" userId="c5f724bb-884b-4317-a99d-362d4f2078a6" providerId="ADAL" clId="{8E55D3B9-9A69-45FF-B253-8C5385E04449}" dt="2026-02-16T20:44:50.574" v="1136" actId="9405"/>
          <ac:inkMkLst>
            <pc:docMk/>
            <pc:sldMk cId="221098774" sldId="258"/>
            <ac:inkMk id="27" creationId="{61580DF5-43A1-6CE3-2DF1-F21B7EC17632}"/>
          </ac:inkMkLst>
        </pc:inkChg>
        <pc:inkChg chg="add mod">
          <ac:chgData name="Isabelle Motte" userId="c5f724bb-884b-4317-a99d-362d4f2078a6" providerId="ADAL" clId="{8E55D3B9-9A69-45FF-B253-8C5385E04449}" dt="2026-02-16T20:48:01.370" v="1156" actId="14100"/>
          <ac:inkMkLst>
            <pc:docMk/>
            <pc:sldMk cId="221098774" sldId="258"/>
            <ac:inkMk id="28" creationId="{867AB2B5-919A-88D2-4CCA-00E1A3B2F2FE}"/>
          </ac:inkMkLst>
        </pc:inkChg>
        <pc:inkChg chg="add del">
          <ac:chgData name="Isabelle Motte" userId="c5f724bb-884b-4317-a99d-362d4f2078a6" providerId="ADAL" clId="{8E55D3B9-9A69-45FF-B253-8C5385E04449}" dt="2026-02-16T20:46:47.437" v="1145" actId="9405"/>
          <ac:inkMkLst>
            <pc:docMk/>
            <pc:sldMk cId="221098774" sldId="258"/>
            <ac:inkMk id="30" creationId="{C87980AD-878B-B4B7-72DE-8AE4AD194BB7}"/>
          </ac:inkMkLst>
        </pc:inkChg>
        <pc:inkChg chg="add del mod">
          <ac:chgData name="Isabelle Motte" userId="c5f724bb-884b-4317-a99d-362d4f2078a6" providerId="ADAL" clId="{8E55D3B9-9A69-45FF-B253-8C5385E04449}" dt="2026-02-16T20:47:38.443" v="1152" actId="14100"/>
          <ac:inkMkLst>
            <pc:docMk/>
            <pc:sldMk cId="221098774" sldId="258"/>
            <ac:inkMk id="31" creationId="{A912CE88-91F4-4423-46AB-57A35D151488}"/>
          </ac:inkMkLst>
        </pc:inkChg>
        <pc:inkChg chg="add mod">
          <ac:chgData name="Isabelle Motte" userId="c5f724bb-884b-4317-a99d-362d4f2078a6" providerId="ADAL" clId="{8E55D3B9-9A69-45FF-B253-8C5385E04449}" dt="2026-02-16T20:47:52.467" v="1155" actId="1076"/>
          <ac:inkMkLst>
            <pc:docMk/>
            <pc:sldMk cId="221098774" sldId="258"/>
            <ac:inkMk id="32" creationId="{5AA7B5D1-D299-8460-0CEA-07A573FEBDDF}"/>
          </ac:inkMkLst>
        </pc:inkChg>
        <pc:inkChg chg="add del">
          <ac:chgData name="Isabelle Motte" userId="c5f724bb-884b-4317-a99d-362d4f2078a6" providerId="ADAL" clId="{8E55D3B9-9A69-45FF-B253-8C5385E04449}" dt="2026-02-16T20:50:45.974" v="1589" actId="9405"/>
          <ac:inkMkLst>
            <pc:docMk/>
            <pc:sldMk cId="221098774" sldId="258"/>
            <ac:inkMk id="41" creationId="{CC084ACD-2668-2A9B-25B3-B9C85745D522}"/>
          </ac:inkMkLst>
        </pc:inkChg>
        <pc:inkChg chg="add del">
          <ac:chgData name="Isabelle Motte" userId="c5f724bb-884b-4317-a99d-362d4f2078a6" providerId="ADAL" clId="{8E55D3B9-9A69-45FF-B253-8C5385E04449}" dt="2026-02-16T20:50:49.102" v="1591" actId="9405"/>
          <ac:inkMkLst>
            <pc:docMk/>
            <pc:sldMk cId="221098774" sldId="258"/>
            <ac:inkMk id="42" creationId="{DB59A2EE-9829-A7D9-6B8C-CB2A5A82C59E}"/>
          </ac:inkMkLst>
        </pc:inkChg>
        <pc:inkChg chg="add del">
          <ac:chgData name="Isabelle Motte" userId="c5f724bb-884b-4317-a99d-362d4f2078a6" providerId="ADAL" clId="{8E55D3B9-9A69-45FF-B253-8C5385E04449}" dt="2026-02-16T20:50:51.221" v="1593" actId="9405"/>
          <ac:inkMkLst>
            <pc:docMk/>
            <pc:sldMk cId="221098774" sldId="258"/>
            <ac:inkMk id="43" creationId="{74C4C204-701E-745D-7C8B-84F1D4B1EC77}"/>
          </ac:inkMkLst>
        </pc:inkChg>
        <pc:inkChg chg="add mod">
          <ac:chgData name="Isabelle Motte" userId="c5f724bb-884b-4317-a99d-362d4f2078a6" providerId="ADAL" clId="{8E55D3B9-9A69-45FF-B253-8C5385E04449}" dt="2026-02-16T20:51:55.460" v="1601" actId="1076"/>
          <ac:inkMkLst>
            <pc:docMk/>
            <pc:sldMk cId="221098774" sldId="258"/>
            <ac:inkMk id="44" creationId="{A9CA7F97-A2F0-DF08-B91D-7783425AB97A}"/>
          </ac:inkMkLst>
        </pc:inkChg>
        <pc:inkChg chg="add mod">
          <ac:chgData name="Isabelle Motte" userId="c5f724bb-884b-4317-a99d-362d4f2078a6" providerId="ADAL" clId="{8E55D3B9-9A69-45FF-B253-8C5385E04449}" dt="2026-02-16T20:51:52.973" v="1600" actId="1076"/>
          <ac:inkMkLst>
            <pc:docMk/>
            <pc:sldMk cId="221098774" sldId="258"/>
            <ac:inkMk id="45" creationId="{825E3E2B-31EF-A8B2-1A6E-E4BAAA956346}"/>
          </ac:inkMkLst>
        </pc:inkChg>
        <pc:cxnChg chg="add del mod">
          <ac:chgData name="Isabelle Motte" userId="c5f724bb-884b-4317-a99d-362d4f2078a6" providerId="ADAL" clId="{8E55D3B9-9A69-45FF-B253-8C5385E04449}" dt="2026-02-16T20:40:07.787" v="1006" actId="478"/>
          <ac:cxnSpMkLst>
            <pc:docMk/>
            <pc:sldMk cId="221098774" sldId="258"/>
            <ac:cxnSpMk id="16" creationId="{9858AD26-37A4-CD2A-BFE2-AED83E9EF744}"/>
          </ac:cxnSpMkLst>
        </pc:cxnChg>
      </pc:sldChg>
      <pc:sldChg chg="addSp modSp add">
        <pc:chgData name="Isabelle Motte" userId="c5f724bb-884b-4317-a99d-362d4f2078a6" providerId="ADAL" clId="{8E55D3B9-9A69-45FF-B253-8C5385E04449}" dt="2026-02-16T20:17:11.130" v="731"/>
        <pc:sldMkLst>
          <pc:docMk/>
          <pc:sldMk cId="2404702051" sldId="259"/>
        </pc:sldMkLst>
        <pc:spChg chg="add mod">
          <ac:chgData name="Isabelle Motte" userId="c5f724bb-884b-4317-a99d-362d4f2078a6" providerId="ADAL" clId="{8E55D3B9-9A69-45FF-B253-8C5385E04449}" dt="2026-02-16T20:17:11.130" v="731"/>
          <ac:spMkLst>
            <pc:docMk/>
            <pc:sldMk cId="2404702051" sldId="259"/>
            <ac:spMk id="3" creationId="{F60AA802-DE68-ACF2-5F2B-32484D3DF41F}"/>
          </ac:spMkLst>
        </pc:spChg>
      </pc:sldChg>
      <pc:sldChg chg="addSp modSp add">
        <pc:chgData name="Isabelle Motte" userId="c5f724bb-884b-4317-a99d-362d4f2078a6" providerId="ADAL" clId="{8E55D3B9-9A69-45FF-B253-8C5385E04449}" dt="2026-02-16T20:17:13.657" v="732"/>
        <pc:sldMkLst>
          <pc:docMk/>
          <pc:sldMk cId="291529472" sldId="260"/>
        </pc:sldMkLst>
        <pc:spChg chg="add mod">
          <ac:chgData name="Isabelle Motte" userId="c5f724bb-884b-4317-a99d-362d4f2078a6" providerId="ADAL" clId="{8E55D3B9-9A69-45FF-B253-8C5385E04449}" dt="2026-02-16T20:17:13.657" v="732"/>
          <ac:spMkLst>
            <pc:docMk/>
            <pc:sldMk cId="291529472" sldId="260"/>
            <ac:spMk id="3" creationId="{9CD38960-CF9A-26D1-F1FD-68597F9EC575}"/>
          </ac:spMkLst>
        </pc:spChg>
      </pc:sldChg>
      <pc:sldChg chg="addSp modSp add">
        <pc:chgData name="Isabelle Motte" userId="c5f724bb-884b-4317-a99d-362d4f2078a6" providerId="ADAL" clId="{8E55D3B9-9A69-45FF-B253-8C5385E04449}" dt="2026-02-16T20:17:15.493" v="733"/>
        <pc:sldMkLst>
          <pc:docMk/>
          <pc:sldMk cId="1455353658" sldId="261"/>
        </pc:sldMkLst>
        <pc:spChg chg="add mod">
          <ac:chgData name="Isabelle Motte" userId="c5f724bb-884b-4317-a99d-362d4f2078a6" providerId="ADAL" clId="{8E55D3B9-9A69-45FF-B253-8C5385E04449}" dt="2026-02-16T20:17:15.493" v="733"/>
          <ac:spMkLst>
            <pc:docMk/>
            <pc:sldMk cId="1455353658" sldId="261"/>
            <ac:spMk id="3" creationId="{AA67B8B9-7C31-3947-44DA-83F1FD14A8C9}"/>
          </ac:spMkLst>
        </pc:spChg>
      </pc:sldChg>
      <pc:sldChg chg="addSp modSp add">
        <pc:chgData name="Isabelle Motte" userId="c5f724bb-884b-4317-a99d-362d4f2078a6" providerId="ADAL" clId="{8E55D3B9-9A69-45FF-B253-8C5385E04449}" dt="2026-02-16T20:17:07.987" v="730"/>
        <pc:sldMkLst>
          <pc:docMk/>
          <pc:sldMk cId="2638487564" sldId="262"/>
        </pc:sldMkLst>
        <pc:spChg chg="add mod">
          <ac:chgData name="Isabelle Motte" userId="c5f724bb-884b-4317-a99d-362d4f2078a6" providerId="ADAL" clId="{8E55D3B9-9A69-45FF-B253-8C5385E04449}" dt="2026-02-16T20:17:07.987" v="730"/>
          <ac:spMkLst>
            <pc:docMk/>
            <pc:sldMk cId="2638487564" sldId="262"/>
            <ac:spMk id="3" creationId="{71561072-40DC-AF01-01F4-7B5455B3B8E5}"/>
          </ac:spMkLst>
        </pc:spChg>
      </pc:sldChg>
      <pc:sldChg chg="addSp modSp add">
        <pc:chgData name="Isabelle Motte" userId="c5f724bb-884b-4317-a99d-362d4f2078a6" providerId="ADAL" clId="{8E55D3B9-9A69-45FF-B253-8C5385E04449}" dt="2026-02-16T20:17:17.956" v="734"/>
        <pc:sldMkLst>
          <pc:docMk/>
          <pc:sldMk cId="1956671745" sldId="263"/>
        </pc:sldMkLst>
        <pc:spChg chg="add mod">
          <ac:chgData name="Isabelle Motte" userId="c5f724bb-884b-4317-a99d-362d4f2078a6" providerId="ADAL" clId="{8E55D3B9-9A69-45FF-B253-8C5385E04449}" dt="2026-02-16T20:17:17.956" v="734"/>
          <ac:spMkLst>
            <pc:docMk/>
            <pc:sldMk cId="1956671745" sldId="263"/>
            <ac:spMk id="3" creationId="{1286F168-F788-ABE4-3E96-A79080B921D1}"/>
          </ac:spMkLst>
        </pc:spChg>
      </pc:sldChg>
      <pc:sldChg chg="addSp modSp add">
        <pc:chgData name="Isabelle Motte" userId="c5f724bb-884b-4317-a99d-362d4f2078a6" providerId="ADAL" clId="{8E55D3B9-9A69-45FF-B253-8C5385E04449}" dt="2026-02-16T20:17:20.910" v="735"/>
        <pc:sldMkLst>
          <pc:docMk/>
          <pc:sldMk cId="4208629468" sldId="264"/>
        </pc:sldMkLst>
        <pc:spChg chg="add mod">
          <ac:chgData name="Isabelle Motte" userId="c5f724bb-884b-4317-a99d-362d4f2078a6" providerId="ADAL" clId="{8E55D3B9-9A69-45FF-B253-8C5385E04449}" dt="2026-02-16T20:17:20.910" v="735"/>
          <ac:spMkLst>
            <pc:docMk/>
            <pc:sldMk cId="4208629468" sldId="264"/>
            <ac:spMk id="3" creationId="{07A840FF-0AD0-B30B-9341-E8A0255E6A18}"/>
          </ac:spMkLst>
        </pc:spChg>
      </pc:sldChg>
      <pc:sldChg chg="addSp modSp add">
        <pc:chgData name="Isabelle Motte" userId="c5f724bb-884b-4317-a99d-362d4f2078a6" providerId="ADAL" clId="{8E55D3B9-9A69-45FF-B253-8C5385E04449}" dt="2026-02-16T20:17:22.598" v="736"/>
        <pc:sldMkLst>
          <pc:docMk/>
          <pc:sldMk cId="1260513706" sldId="265"/>
        </pc:sldMkLst>
        <pc:spChg chg="add mod">
          <ac:chgData name="Isabelle Motte" userId="c5f724bb-884b-4317-a99d-362d4f2078a6" providerId="ADAL" clId="{8E55D3B9-9A69-45FF-B253-8C5385E04449}" dt="2026-02-16T20:17:22.598" v="736"/>
          <ac:spMkLst>
            <pc:docMk/>
            <pc:sldMk cId="1260513706" sldId="265"/>
            <ac:spMk id="3" creationId="{DC3BCE7F-BC9D-8571-AFF7-4D144515FB77}"/>
          </ac:spMkLst>
        </pc:sp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6T20:44:55.230"/>
    </inkml:context>
    <inkml:brush xml:id="br0">
      <inkml:brushProperty name="width" value="0.07938" units="cm"/>
      <inkml:brushProperty name="height" value="0.07938" units="cm"/>
    </inkml:brush>
  </inkml:definitions>
  <inkml:trace contextRef="#ctx0" brushRef="#br0">0 331 24575,'1'-3'0,"-1"-1"0,1 1 0,0 0 0,1 0 0,-1 0 0,1 0 0,4-5 0,3-6 0,41-77 0,-45 83 0,0 0 0,1 0 0,1 0 0,11-9 0,-4 3 0,-13 12 0,1 0 0,0 1 0,0-1 0,0 0 0,1 1 0,-1 0 0,0-1 0,1 1 0,-1 0 0,1 0 0,0 0 0,0 0 0,0 0 0,-1 0 0,1 0 0,0 1 0,1-1 0,-1 1 0,0-1 0,0 1 0,0 0 0,0 0 0,0 0 0,1 0 0,-1 0 0,0 0 0,0 1 0,0-1 0,0 1 0,0-1 0,0 1 0,5 2 0,-1-2 0,0 2 0,-1-1 0,0 0 0,0 1 0,0 0 0,0 0 0,0 0 0,-1 0 0,0 1 0,0-1 0,-1 1 0,1 0 0,4 6 0,68 81 0,-72-84 0,1-2 0,1 1 0,-1 0 0,1-1 0,1 0 0,0 0 0,12 6 0,-19-10 0,0-1 0,1 0 0,-1 1 0,0-1 0,0 0 0,1 0 0,-1 0 0,1 0 0,-1 0 0,0 0 0,1 0 0,-1 0 0,0 0 0,1 0 0,-1 0 0,0 0 0,1-1 0,-1 1 0,0 0 0,0-1 0,1 1 0,-1-1 0,0 1 0,0-1 0,0 1 0,0-1 0,0 1 0,0-1 0,0 0 0,0 1 0,1-2 0,4-3 0,0 0 0,-1 0 0,6-6 0,-9 8 0,97-112 0,-92 107 0,1 0 0,0 0 0,0 0 0,1 1 0,1 0 0,17-10 0,-16 10 0,0-1 0,-1 0 0,-1 0 0,12-14 0,4-3 0,-25 24 0,1 0 0,0 1 0,-1-1 0,1 0 0,0 0 0,0 1 0,0-1 0,0 0 0,0 1 0,0-1 0,0 0 0,1 1 0,-1-1 0,0 1 0,0-1 0,1 1 0,-1 0 0,0-1 0,1 1 0,-1 0 0,0 0 0,1-1 0,-1 1 0,1 0 0,-1 0 0,1 0 0,-1 0 0,1 0 0,-1 0 0,0 1 0,1-1 0,-1 0 0,3 1 0,-1 0 0,0 1 0,0-1 0,0 1 0,0-1 0,0 1 0,-1 0 0,0-1 0,1 1 0,-1 0 0,0 0 0,0 0 0,2 4 0,26 45 0,-22-37 0,1 1 0,0-1 0,13 14 0,-11-17 0,-2 1 0,0-1 0,0 2 0,-2-1 0,8 20 0,-13-28 0,0 1 0,0-1 0,1 1 0,0-1 0,0 0 0,0 0 0,9 8 0,-10-11 0,-1 0 0,0 0 0,1 0 0,-1 0 0,1 0 0,0 0 0,-1 0 0,1 0 0,0 0 0,0-1 0,0 1 0,0 0 0,0-1 0,0 1 0,0-1 0,0 0 0,0 1 0,0-1 0,1 0 0,-1 0 0,0 0 0,0 0 0,0 0 0,1 0 0,-1 0 0,0 0 0,0-1 0,0 1 0,0-1 0,3 0 0,3-2 0,0 1 0,-1-1 0,0-1 0,0 1 0,0-1 0,10-7 0,33-27 0,-38 28 0,101-90 0,-105 94 0,-1 0 0,2 0 0,0 0 0,0 1 0,0 0 0,1 0 0,0 0 0,0 1 0,22-6 0,-30 9 0,-1 1 0,1 0 0,0 0 0,0 0 0,0 0 0,-1 0 0,1 0 0,0 0 0,0 1 0,-1-1 0,1 0 0,0 1 0,-1-1 0,1 1 0,0-1 0,-1 1 0,1-1 0,-1 1 0,1-1 0,-1 1 0,1 0 0,-1 0 0,0 0 0,0-1 0,0 1 0,0 0 0,0 0 0,2 2 0,3 3 0,0 1 0,-1-1 0,5 10 0,-6-10 0,15 21-455,-2 1 0,19 49 0,-33-65-6371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6T20:46:52.249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508 366 24575,'44'-51'0,"-34"42"0,0 0 0,12-7 0,-10 7 0,14-12 0,-25 20 0,0 0 0,0 0 0,0 0 0,0-1 0,0 1 0,-1 0 0,1 0 0,0 0 0,-1 0 0,1-1 0,-1 1 0,1 0 0,-1-1 0,1 1 0,-1 0 0,0-1 0,0 1 0,0-1 0,0 1 0,0 0 0,0-3 0,0 2 0,-1 1 0,0-1 0,1 0 0,-1 1 0,0-1 0,0 1 0,0 0 0,0-1 0,0 1 0,0 0 0,0-1 0,0 1 0,0 0 0,-1 0 0,1 0 0,0 0 0,-1 0 0,-1-1 0,-8-3 0,0 1 0,0 0 0,-1 0 0,0 1 0,1 0 0,-21-1 0,27 3 0,0 0 0,0-1 0,1 1 0,-1-1 0,-8-4 0,9 4 0,-1-1 0,1 1 0,-1 1 0,0-1 0,-7-1 0,6 2 0,0 1 0,1 0 0,-1 0 0,0 0 0,0 1 0,0-1 0,0 2 0,1-1 0,-12 4 0,14-3 0,-1-1 0,1 1 0,-1 0 0,1 0 0,0 0 0,0 0 0,0 1 0,0-1 0,0 1 0,1 0 0,-1 0 0,1 0 0,0 0 0,0 0 0,0 1 0,-2 4 0,-5 14 0,2 0 0,-7 28 0,12-32 0,-1-1 0,2 0 0,0 1 0,3 29 0,-1-41 0,0-1 0,0 1 0,0-1 0,1 0 0,0 1 0,0-1 0,0 0 0,1 0 0,-1-1 0,1 1 0,0 0 0,0-1 0,1 0 0,0 1 0,-1-1 0,7 4 0,4 4 0,-3-2 0,20 14 0,-26-21 0,0-1 0,0 1 0,0-1 0,0 0 0,1 0 0,-1 0 0,11 1 0,11-1 0,49-1 0,-37-2 0,-34 0 0,0 1 0,-1-1 0,1 1 0,0-1 0,0-1 0,-1 1 0,1-1 0,-1 0 0,1 0 0,-1 0 0,6-4 0,-2 0 0,0 0 0,-1-1 0,0 1 0,11-14 0,-11 12 0,12-9 0,3-4 0,-6 3 0,8-7 0,26-36 0,-46 55 0,0-1 0,0 1 0,-1-1 0,0 0 0,0 0 0,0 0 0,-1 0 0,1-8 0,-1-1 0,0-1 0,-1-25 0,-1 32 0,-1 1 0,0 0 0,0-1 0,0 1 0,-4-10 0,4 15 0,-1 0 0,0 1 0,0-1 0,0 0 0,0 0 0,0 1 0,-1-1 0,0 1 0,1 0 0,-1 0 0,0 0 0,-1 0 0,-4-3 0,-8-5 0,5 3 0,-1 0 0,-1 0 0,1 1 0,-20-7 0,12 7 0,0 1 0,-1 1 0,1 0 0,-1 2 0,0 1 0,-23-1 0,7 3 0,-39 2 0,66-1 0,0 0 0,0 1 0,1 1 0,-1 0 0,-11 5 0,-45 25 0,53-26 0,-20 8 0,24-11 0,-1 0 0,-15 10 0,-2 5 0,2 0 0,0 2 0,-43 46 0,63-61 0,1 1 0,-1-1 0,1 1 0,-6 13 0,-8 30 0,2-5 0,13-35 0,-1 1 0,1-1 0,1 1 0,0 0 0,-1 14 0,2-6 0,1 1 0,3 20 0,-2-34 0,1-1 0,-1 1 0,1 0 0,0-1 0,1 0 0,0 1 0,5 7 0,3 7 0,-9-16 0,0 0 0,1 0 0,-1 0 0,1 0 0,0 0 0,0-1 0,1 0 0,5 5 0,-3-3 0,1-1 0,0 0 0,0 0 0,11 3 0,20 8 0,50 22 0,-83-35 0,0 0 0,1 0 0,-1 0 0,1-1 0,-1 0 0,1 0 0,6 0 0,40-2 0,-24 0 0,-20 1-113,0 0-305,0 0 1,13-3 0,-9 0-6409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6T20:47:42.797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366 366 24575,'-43'-51'0,"33"42"0,0 0 0,-12-7 0,9 7 0,-12-12 0,24 20 0,0 0 0,0 0 0,0 0 0,0-1 0,0 1 0,0 0 0,0 0 0,1 0 0,-1 0 0,1-1 0,-1 1 0,1 0 0,-1-1 0,1 1 0,0 0 0,-1-1 0,1 1 0,0-1 0,0 1 0,0 0 0,0-3 0,1 2 0,-1 1 0,1-1 0,0 0 0,-1 1 0,1-1 0,0 1 0,0 0 0,0-1 0,0 1 0,0 0 0,0-1 0,1 1 0,-1 0 0,0 0 0,1 0 0,-1 0 0,0 0 0,3-1 0,6-3 0,2 1 0,-1 0 0,0 0 0,1 1 0,0 0 0,20-1 0,-27 3 0,0 0 0,-1-1 0,1 1 0,0-1 0,7-4 0,-7 4 0,-1-1 0,1 1 0,0 1 0,-1-1 0,8-1 0,-6 2 0,0 1 0,0 0 0,0 0 0,0 0 0,-1 1 0,1-1 0,0 2 0,0-1 0,10 4 0,-12-3 0,-1-1 0,1 1 0,-1 0 0,0 0 0,1 0 0,-1 0 0,0 1 0,-1-1 0,1 1 0,0 0 0,-1 0 0,1 0 0,-1 0 0,0 0 0,0 1 0,2 4 0,4 14 0,0 0 0,5 28 0,-10-32 0,-1-1 0,0 0 0,-2 1 0,-2 29 0,1-41 0,1-1 0,-2 1 0,1-1 0,0 0 0,-1 1 0,0-1 0,-1 0 0,1 0 0,-1-1 0,0 1 0,0 0 0,0-1 0,0 0 0,-1 1 0,0-1 0,-6 4 0,-3 4 0,2-2 0,-21 14 0,27-21 0,0-1 0,0 1 0,0-1 0,0 0 0,0 0 0,-1 0 0,-10 1 0,-11-1 0,-48-1 0,36-2 0,34 0 0,0 1 0,0-1 0,0 1 0,1-1 0,-1-1 0,0 1 0,1-1 0,-1 0 0,1 0 0,0 0 0,-6-4 0,2 0 0,0 0 0,0-1 0,1 1 0,-10-14 0,10 12 0,-13-9 0,-1-4 0,4 3 0,-7-7 0,-26-36 0,46 55 0,0-1 0,0 1 0,1-1 0,0 0 0,0 0 0,1 0 0,0 0 0,-2-8 0,2-1 0,1-1 0,0-25 0,1 32 0,0 1 0,1 0 0,0-1 0,1 1 0,3-10 0,-4 15 0,0 0 0,1 1 0,0-1 0,0 0 0,0 0 0,1 1 0,-1-1 0,1 1 0,0 0 0,0 0 0,0 0 0,0 0 0,6-3 0,6-5 0,-3 3 0,0 0 0,0 0 0,1 1 0,18-7 0,-11 7 0,1 1 0,-1 1 0,1 0 0,0 2 0,0 1 0,23-1 0,-7 3 0,38 2 0,-65-1 0,0 0 0,0 1 0,0 1 0,-1 0 0,13 5 0,43 25 0,-52-26 0,20 8 0,-23-11 0,-1 0 0,17 10 0,0 5 0,0 0 0,-2 2 0,44 46 0,-63-61 0,0 1 0,-1-1 0,0 1 0,6 13 0,8 30 0,-2-5 0,-12-35 0,-1 1 0,0-1 0,0 1 0,-1 0 0,0 14 0,-1-6 0,-1 1 0,-3 20 0,2-34 0,0-1 0,-1 1 0,0 0 0,0-1 0,0 0 0,-1 1 0,-5 7 0,-3 7 0,9-16 0,-1 0 0,1 0 0,-1 0 0,0 0 0,0 0 0,0-1 0,0 0 0,-6 5 0,2-3 0,1-1 0,-1 0 0,0 0 0,-11 3 0,-21 8 0,-49 22 0,83-35 0,0 0 0,0 0 0,-1 0 0,1-1 0,-1 0 0,1 0 0,-7 0 0,-41-2 0,25 0 0,21 1-113,-1 0-305,-1 0 1,-12-3 0,9 0-6409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6T20:50:52.983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40 1 24575,'22'2'0,"-1"2"0,0 0 0,0 1 0,-1 2 0,1 0 0,-1 0 0,35 21 0,38 13 0,-47-26 0,-34-12 0,0 0 0,0 1 0,0 0 0,-1 1 0,0 0 0,0 1 0,0 0 0,-1 1 0,1 0 0,-2 1 0,12 10 0,1 2 0,-17-16 0,0 0 0,-1 0 0,0 0 0,1 0 0,-1 1 0,-1 0 0,1 0 0,-1 0 0,6 9 0,-10-13 0,1 0 0,0 0 0,0 0 0,-1 0 0,1 0 0,0 0 0,-1 0 0,1 0 0,-1 0 0,1 0 0,-1-1 0,1 1 0,-1 0 0,0 0 0,1-1 0,-1 1 0,0 0 0,0-1 0,1 1 0,-1-1 0,0 1 0,0-1 0,0 1 0,0-1 0,0 1 0,0-1 0,0 0 0,0 0 0,-1 1 0,-34 8 0,32-8 0,-10 2 0,-99 20 0,-125 44 0,82-2-1365,148-63-5461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6T20:51:45.778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551 1 24575,'-22'2'0,"1"2"0,0 0 0,0 1 0,1 2 0,-1 0 0,1 0 0,-35 21 0,-38 13 0,47-26 0,34-12 0,0 0 0,0 1 0,0 0 0,1 1 0,0 0 0,0 1 0,0 0 0,1 1 0,-1 0 0,2 1 0,-12 10 0,-1 2 0,17-16 0,0 0 0,1 0 0,0 0 0,-1 0 0,1 1 0,1 0 0,-1 0 0,1 0 0,-6 9 0,10-13 0,-1 0 0,0 0 0,0 0 0,1 0 0,-1 0 0,0 0 0,1 0 0,-1 0 0,1 0 0,-1 0 0,1-1 0,-1 1 0,1 0 0,0 0 0,-1-1 0,1 1 0,0 0 0,0-1 0,-1 1 0,1-1 0,0 1 0,0-1 0,0 1 0,0-1 0,0 1 0,0-1 0,0 0 0,0 0 0,1 1 0,34 8 0,-32-8 0,10 2 0,99 20 0,125 44 0,-82-2-1365,-148-63-5461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16/02/2026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104911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16/02/2026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417956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16/02/2026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669234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16/02/2026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476322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16/02/2026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118665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16/02/2026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958540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16/02/2026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402013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16/02/2026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064072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16/02/2026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109033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16/02/2026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727872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16/02/2026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021775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38941B0-F4D5-4460-BCAD-F7E2B41A8257}" type="datetimeFigureOut">
              <a:rPr lang="fr-FR" smtClean="0"/>
              <a:t>16/02/2026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71127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customXml" Target="../ink/ink4.xml"/><Relationship Id="rId3" Type="http://schemas.openxmlformats.org/officeDocument/2006/relationships/image" Target="../media/image1.png"/><Relationship Id="rId7" Type="http://schemas.openxmlformats.org/officeDocument/2006/relationships/image" Target="../media/image3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3.xml"/><Relationship Id="rId11" Type="http://schemas.openxmlformats.org/officeDocument/2006/relationships/image" Target="../media/image5.png"/><Relationship Id="rId5" Type="http://schemas.openxmlformats.org/officeDocument/2006/relationships/image" Target="../media/image2.png"/><Relationship Id="rId10" Type="http://schemas.openxmlformats.org/officeDocument/2006/relationships/customXml" Target="../ink/ink5.xml"/><Relationship Id="rId4" Type="http://schemas.openxmlformats.org/officeDocument/2006/relationships/customXml" Target="../ink/ink2.xml"/><Relationship Id="rId9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llipse 7">
            <a:extLst>
              <a:ext uri="{FF2B5EF4-FFF2-40B4-BE49-F238E27FC236}">
                <a16:creationId xmlns:a16="http://schemas.microsoft.com/office/drawing/2014/main" id="{A0C329FB-DCD2-526E-E578-D25E91C2A33E}"/>
              </a:ext>
            </a:extLst>
          </p:cNvPr>
          <p:cNvSpPr/>
          <p:nvPr/>
        </p:nvSpPr>
        <p:spPr>
          <a:xfrm>
            <a:off x="2605314" y="4528458"/>
            <a:ext cx="1393372" cy="1343092"/>
          </a:xfrm>
          <a:custGeom>
            <a:avLst/>
            <a:gdLst>
              <a:gd name="csX0" fmla="*/ 0 w 1393372"/>
              <a:gd name="csY0" fmla="*/ 671546 h 1343092"/>
              <a:gd name="csX1" fmla="*/ 696686 w 1393372"/>
              <a:gd name="csY1" fmla="*/ 0 h 1343092"/>
              <a:gd name="csX2" fmla="*/ 1393372 w 1393372"/>
              <a:gd name="csY2" fmla="*/ 671546 h 1343092"/>
              <a:gd name="csX3" fmla="*/ 696686 w 1393372"/>
              <a:gd name="csY3" fmla="*/ 1343092 h 1343092"/>
              <a:gd name="csX4" fmla="*/ 0 w 1393372"/>
              <a:gd name="csY4" fmla="*/ 671546 h 134309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393372" h="1343092" fill="none" extrusionOk="0">
                <a:moveTo>
                  <a:pt x="0" y="671546"/>
                </a:moveTo>
                <a:cubicBezTo>
                  <a:pt x="-55399" y="248551"/>
                  <a:pt x="293109" y="-37291"/>
                  <a:pt x="696686" y="0"/>
                </a:cubicBezTo>
                <a:cubicBezTo>
                  <a:pt x="1084729" y="4017"/>
                  <a:pt x="1439889" y="332793"/>
                  <a:pt x="1393372" y="671546"/>
                </a:cubicBezTo>
                <a:cubicBezTo>
                  <a:pt x="1394449" y="1034238"/>
                  <a:pt x="1066650" y="1330784"/>
                  <a:pt x="696686" y="1343092"/>
                </a:cubicBezTo>
                <a:cubicBezTo>
                  <a:pt x="302007" y="1348712"/>
                  <a:pt x="18854" y="1094403"/>
                  <a:pt x="0" y="671546"/>
                </a:cubicBezTo>
                <a:close/>
              </a:path>
              <a:path w="1393372" h="1343092" stroke="0" extrusionOk="0">
                <a:moveTo>
                  <a:pt x="0" y="671546"/>
                </a:moveTo>
                <a:cubicBezTo>
                  <a:pt x="-9816" y="316247"/>
                  <a:pt x="344053" y="-28063"/>
                  <a:pt x="696686" y="0"/>
                </a:cubicBezTo>
                <a:cubicBezTo>
                  <a:pt x="1101126" y="28014"/>
                  <a:pt x="1403414" y="293233"/>
                  <a:pt x="1393372" y="671546"/>
                </a:cubicBezTo>
                <a:cubicBezTo>
                  <a:pt x="1395643" y="1031063"/>
                  <a:pt x="1102945" y="1361542"/>
                  <a:pt x="696686" y="1343092"/>
                </a:cubicBezTo>
                <a:cubicBezTo>
                  <a:pt x="301003" y="1415066"/>
                  <a:pt x="-10679" y="1031935"/>
                  <a:pt x="0" y="671546"/>
                </a:cubicBezTo>
                <a:close/>
              </a:path>
            </a:pathLst>
          </a:custGeom>
          <a:ln w="28575">
            <a:extLst>
              <a:ext uri="{C807C97D-BFC1-408E-A445-0C87EB9F89A2}">
                <ask:lineSketchStyleProps xmlns:ask="http://schemas.microsoft.com/office/drawing/2018/sketchyshapes" sd="3809068511">
                  <a:prstGeom prst="ellipse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BE" dirty="0"/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284BC741-C6A4-4BC9-9248-EA448928E244}"/>
              </a:ext>
            </a:extLst>
          </p:cNvPr>
          <p:cNvSpPr/>
          <p:nvPr/>
        </p:nvSpPr>
        <p:spPr>
          <a:xfrm>
            <a:off x="4455886" y="4528458"/>
            <a:ext cx="1393372" cy="1343092"/>
          </a:xfrm>
          <a:custGeom>
            <a:avLst/>
            <a:gdLst>
              <a:gd name="csX0" fmla="*/ 0 w 1393372"/>
              <a:gd name="csY0" fmla="*/ 671546 h 1343092"/>
              <a:gd name="csX1" fmla="*/ 696686 w 1393372"/>
              <a:gd name="csY1" fmla="*/ 0 h 1343092"/>
              <a:gd name="csX2" fmla="*/ 1393372 w 1393372"/>
              <a:gd name="csY2" fmla="*/ 671546 h 1343092"/>
              <a:gd name="csX3" fmla="*/ 696686 w 1393372"/>
              <a:gd name="csY3" fmla="*/ 1343092 h 1343092"/>
              <a:gd name="csX4" fmla="*/ 0 w 1393372"/>
              <a:gd name="csY4" fmla="*/ 671546 h 134309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393372" h="1343092" fill="none" extrusionOk="0">
                <a:moveTo>
                  <a:pt x="0" y="671546"/>
                </a:moveTo>
                <a:cubicBezTo>
                  <a:pt x="-55399" y="248551"/>
                  <a:pt x="293109" y="-37291"/>
                  <a:pt x="696686" y="0"/>
                </a:cubicBezTo>
                <a:cubicBezTo>
                  <a:pt x="1084729" y="4017"/>
                  <a:pt x="1439889" y="332793"/>
                  <a:pt x="1393372" y="671546"/>
                </a:cubicBezTo>
                <a:cubicBezTo>
                  <a:pt x="1394449" y="1034238"/>
                  <a:pt x="1066650" y="1330784"/>
                  <a:pt x="696686" y="1343092"/>
                </a:cubicBezTo>
                <a:cubicBezTo>
                  <a:pt x="302007" y="1348712"/>
                  <a:pt x="18854" y="1094403"/>
                  <a:pt x="0" y="671546"/>
                </a:cubicBezTo>
                <a:close/>
              </a:path>
              <a:path w="1393372" h="1343092" stroke="0" extrusionOk="0">
                <a:moveTo>
                  <a:pt x="0" y="671546"/>
                </a:moveTo>
                <a:cubicBezTo>
                  <a:pt x="-9816" y="316247"/>
                  <a:pt x="344053" y="-28063"/>
                  <a:pt x="696686" y="0"/>
                </a:cubicBezTo>
                <a:cubicBezTo>
                  <a:pt x="1101126" y="28014"/>
                  <a:pt x="1403414" y="293233"/>
                  <a:pt x="1393372" y="671546"/>
                </a:cubicBezTo>
                <a:cubicBezTo>
                  <a:pt x="1395643" y="1031063"/>
                  <a:pt x="1102945" y="1361542"/>
                  <a:pt x="696686" y="1343092"/>
                </a:cubicBezTo>
                <a:cubicBezTo>
                  <a:pt x="301003" y="1415066"/>
                  <a:pt x="-10679" y="1031935"/>
                  <a:pt x="0" y="671546"/>
                </a:cubicBezTo>
                <a:close/>
              </a:path>
            </a:pathLst>
          </a:custGeom>
          <a:ln w="28575">
            <a:extLst>
              <a:ext uri="{C807C97D-BFC1-408E-A445-0C87EB9F89A2}">
                <ask:lineSketchStyleProps xmlns:ask="http://schemas.microsoft.com/office/drawing/2018/sketchyshapes" sd="3809068511">
                  <a:prstGeom prst="ellipse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A8DBFD20-10B8-1A28-983B-41C543FBEE54}"/>
              </a:ext>
            </a:extLst>
          </p:cNvPr>
          <p:cNvSpPr/>
          <p:nvPr/>
        </p:nvSpPr>
        <p:spPr>
          <a:xfrm>
            <a:off x="754742" y="4528458"/>
            <a:ext cx="1393372" cy="1343092"/>
          </a:xfrm>
          <a:custGeom>
            <a:avLst/>
            <a:gdLst>
              <a:gd name="csX0" fmla="*/ 0 w 1393372"/>
              <a:gd name="csY0" fmla="*/ 671546 h 1343092"/>
              <a:gd name="csX1" fmla="*/ 696686 w 1393372"/>
              <a:gd name="csY1" fmla="*/ 0 h 1343092"/>
              <a:gd name="csX2" fmla="*/ 1393372 w 1393372"/>
              <a:gd name="csY2" fmla="*/ 671546 h 1343092"/>
              <a:gd name="csX3" fmla="*/ 696686 w 1393372"/>
              <a:gd name="csY3" fmla="*/ 1343092 h 1343092"/>
              <a:gd name="csX4" fmla="*/ 0 w 1393372"/>
              <a:gd name="csY4" fmla="*/ 671546 h 134309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393372" h="1343092" fill="none" extrusionOk="0">
                <a:moveTo>
                  <a:pt x="0" y="671546"/>
                </a:moveTo>
                <a:cubicBezTo>
                  <a:pt x="-55399" y="248551"/>
                  <a:pt x="293109" y="-37291"/>
                  <a:pt x="696686" y="0"/>
                </a:cubicBezTo>
                <a:cubicBezTo>
                  <a:pt x="1084729" y="4017"/>
                  <a:pt x="1439889" y="332793"/>
                  <a:pt x="1393372" y="671546"/>
                </a:cubicBezTo>
                <a:cubicBezTo>
                  <a:pt x="1394449" y="1034238"/>
                  <a:pt x="1066650" y="1330784"/>
                  <a:pt x="696686" y="1343092"/>
                </a:cubicBezTo>
                <a:cubicBezTo>
                  <a:pt x="302007" y="1348712"/>
                  <a:pt x="18854" y="1094403"/>
                  <a:pt x="0" y="671546"/>
                </a:cubicBezTo>
                <a:close/>
              </a:path>
              <a:path w="1393372" h="1343092" stroke="0" extrusionOk="0">
                <a:moveTo>
                  <a:pt x="0" y="671546"/>
                </a:moveTo>
                <a:cubicBezTo>
                  <a:pt x="-9816" y="316247"/>
                  <a:pt x="344053" y="-28063"/>
                  <a:pt x="696686" y="0"/>
                </a:cubicBezTo>
                <a:cubicBezTo>
                  <a:pt x="1101126" y="28014"/>
                  <a:pt x="1403414" y="293233"/>
                  <a:pt x="1393372" y="671546"/>
                </a:cubicBezTo>
                <a:cubicBezTo>
                  <a:pt x="1395643" y="1031063"/>
                  <a:pt x="1102945" y="1361542"/>
                  <a:pt x="696686" y="1343092"/>
                </a:cubicBezTo>
                <a:cubicBezTo>
                  <a:pt x="301003" y="1415066"/>
                  <a:pt x="-10679" y="1031935"/>
                  <a:pt x="0" y="671546"/>
                </a:cubicBezTo>
                <a:close/>
              </a:path>
            </a:pathLst>
          </a:custGeom>
          <a:ln w="28575">
            <a:extLst>
              <a:ext uri="{C807C97D-BFC1-408E-A445-0C87EB9F89A2}">
                <ask:lineSketchStyleProps xmlns:ask="http://schemas.microsoft.com/office/drawing/2018/sketchyshapes" sd="3809068511">
                  <a:prstGeom prst="ellipse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9941D47C-14AE-8265-1AA6-DC84DC52220F}"/>
              </a:ext>
            </a:extLst>
          </p:cNvPr>
          <p:cNvSpPr txBox="1"/>
          <p:nvPr/>
        </p:nvSpPr>
        <p:spPr>
          <a:xfrm>
            <a:off x="247236" y="68672"/>
            <a:ext cx="11697528" cy="62786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2400" b="1" dirty="0"/>
              <a:t>Grille d’observation de </a:t>
            </a:r>
            <a:r>
              <a:rPr lang="fr-BE" sz="2400" b="1" dirty="0" err="1"/>
              <a:t>Spradley</a:t>
            </a:r>
            <a:endParaRPr lang="fr-BE" sz="2400" b="1" dirty="0"/>
          </a:p>
          <a:p>
            <a:endParaRPr lang="fr-BE" dirty="0"/>
          </a:p>
          <a:p>
            <a:r>
              <a:rPr lang="fr-FR" dirty="0"/>
              <a:t>9 dimensions d’analyse :</a:t>
            </a:r>
          </a:p>
          <a:p>
            <a:r>
              <a:rPr lang="fr-FR" b="1" dirty="0"/>
              <a:t>Environnement</a:t>
            </a:r>
            <a:r>
              <a:rPr lang="fr-FR" dirty="0"/>
              <a:t> – Les lieux physiques où se déroule la scène (mobilier, bruit, éclairage, ...) </a:t>
            </a:r>
          </a:p>
          <a:p>
            <a:r>
              <a:rPr lang="fr-FR" b="1" dirty="0"/>
              <a:t>Acteurs</a:t>
            </a:r>
            <a:r>
              <a:rPr lang="fr-FR" dirty="0"/>
              <a:t> – Les personnes présentes, leurs rôles et leurs caractéristiques</a:t>
            </a:r>
          </a:p>
          <a:p>
            <a:r>
              <a:rPr lang="fr-FR" b="1" dirty="0"/>
              <a:t>Activités</a:t>
            </a:r>
            <a:r>
              <a:rPr lang="fr-FR" dirty="0"/>
              <a:t> – Les ensembles d’actions organisées que les acteurs accomplissent (tracez des lignes horizontales pour séparer les activités dans la grille)</a:t>
            </a:r>
            <a:br>
              <a:rPr lang="fr-FR" dirty="0"/>
            </a:br>
            <a:r>
              <a:rPr lang="fr-FR" b="1" dirty="0"/>
              <a:t>Objets ou Artefacts</a:t>
            </a:r>
            <a:r>
              <a:rPr lang="fr-FR" dirty="0"/>
              <a:t> – Les objets matériels utilisés ou les artefacts numériques en jeu dans la situation</a:t>
            </a:r>
            <a:br>
              <a:rPr lang="fr-FR" dirty="0"/>
            </a:br>
            <a:r>
              <a:rPr lang="fr-FR" b="1" dirty="0"/>
              <a:t>Actions</a:t>
            </a:r>
            <a:r>
              <a:rPr lang="fr-FR" dirty="0"/>
              <a:t> – Les actions individuelles, plus petites que les activités</a:t>
            </a:r>
          </a:p>
          <a:p>
            <a:r>
              <a:rPr lang="fr-FR" b="1" dirty="0"/>
              <a:t>Événements</a:t>
            </a:r>
            <a:r>
              <a:rPr lang="fr-FR" dirty="0"/>
              <a:t> – Les séquences d’activités ou d’actes qui forment une unité temporelle (notification, erreur, alerte,  ...) </a:t>
            </a:r>
          </a:p>
          <a:p>
            <a:r>
              <a:rPr lang="fr-FR" b="1" dirty="0"/>
              <a:t>Temps</a:t>
            </a:r>
            <a:r>
              <a:rPr lang="fr-FR" dirty="0"/>
              <a:t> – Les rythmes, durées, moments et temporalités de la scène </a:t>
            </a:r>
          </a:p>
          <a:p>
            <a:r>
              <a:rPr lang="fr-FR" b="1" dirty="0"/>
              <a:t>Buts</a:t>
            </a:r>
            <a:r>
              <a:rPr lang="fr-FR" dirty="0"/>
              <a:t> – Les intentions, déclarées et réellement observées, des acteurs  </a:t>
            </a:r>
          </a:p>
          <a:p>
            <a:r>
              <a:rPr lang="fr-FR" b="1" dirty="0"/>
              <a:t>Ressenti </a:t>
            </a:r>
            <a:r>
              <a:rPr lang="fr-FR" dirty="0"/>
              <a:t>– Les émotions, attitudes et ambiances perçues.</a:t>
            </a:r>
          </a:p>
          <a:p>
            <a:endParaRPr lang="fr-FR" dirty="0"/>
          </a:p>
          <a:p>
            <a:r>
              <a:rPr lang="fr-FR" dirty="0"/>
              <a:t>Pour  indiquer facilement les émotions, utilisez les émojis de base :</a:t>
            </a:r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r>
              <a:rPr lang="fr-FR" dirty="0"/>
              <a:t>         enthousiaste                  satisfait                        neutre                       mécontent            très mécontent                 perdu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4E4E0908-B26F-A0A6-C8DF-A8A99B939A66}"/>
              </a:ext>
            </a:extLst>
          </p:cNvPr>
          <p:cNvSpPr txBox="1"/>
          <p:nvPr/>
        </p:nvSpPr>
        <p:spPr>
          <a:xfrm>
            <a:off x="3048000" y="6611778"/>
            <a:ext cx="6096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000" dirty="0"/>
              <a:t>Cc-by-sa by </a:t>
            </a:r>
            <a:r>
              <a:rPr lang="fr-FR" sz="1000" dirty="0" err="1"/>
              <a:t>zabellemotte</a:t>
            </a:r>
            <a:r>
              <a:rPr lang="fr-FR" sz="1000" dirty="0"/>
              <a:t> </a:t>
            </a:r>
          </a:p>
        </p:txBody>
      </p:sp>
      <p:sp>
        <p:nvSpPr>
          <p:cNvPr id="10" name="Ellipse 9">
            <a:extLst>
              <a:ext uri="{FF2B5EF4-FFF2-40B4-BE49-F238E27FC236}">
                <a16:creationId xmlns:a16="http://schemas.microsoft.com/office/drawing/2014/main" id="{2F0C609B-21F3-1753-7AC8-212C737B25BA}"/>
              </a:ext>
            </a:extLst>
          </p:cNvPr>
          <p:cNvSpPr/>
          <p:nvPr/>
        </p:nvSpPr>
        <p:spPr>
          <a:xfrm>
            <a:off x="6306458" y="4528458"/>
            <a:ext cx="1393372" cy="1343092"/>
          </a:xfrm>
          <a:custGeom>
            <a:avLst/>
            <a:gdLst>
              <a:gd name="csX0" fmla="*/ 0 w 1393372"/>
              <a:gd name="csY0" fmla="*/ 671546 h 1343092"/>
              <a:gd name="csX1" fmla="*/ 696686 w 1393372"/>
              <a:gd name="csY1" fmla="*/ 0 h 1343092"/>
              <a:gd name="csX2" fmla="*/ 1393372 w 1393372"/>
              <a:gd name="csY2" fmla="*/ 671546 h 1343092"/>
              <a:gd name="csX3" fmla="*/ 696686 w 1393372"/>
              <a:gd name="csY3" fmla="*/ 1343092 h 1343092"/>
              <a:gd name="csX4" fmla="*/ 0 w 1393372"/>
              <a:gd name="csY4" fmla="*/ 671546 h 134309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393372" h="1343092" fill="none" extrusionOk="0">
                <a:moveTo>
                  <a:pt x="0" y="671546"/>
                </a:moveTo>
                <a:cubicBezTo>
                  <a:pt x="-55399" y="248551"/>
                  <a:pt x="293109" y="-37291"/>
                  <a:pt x="696686" y="0"/>
                </a:cubicBezTo>
                <a:cubicBezTo>
                  <a:pt x="1084729" y="4017"/>
                  <a:pt x="1439889" y="332793"/>
                  <a:pt x="1393372" y="671546"/>
                </a:cubicBezTo>
                <a:cubicBezTo>
                  <a:pt x="1394449" y="1034238"/>
                  <a:pt x="1066650" y="1330784"/>
                  <a:pt x="696686" y="1343092"/>
                </a:cubicBezTo>
                <a:cubicBezTo>
                  <a:pt x="302007" y="1348712"/>
                  <a:pt x="18854" y="1094403"/>
                  <a:pt x="0" y="671546"/>
                </a:cubicBezTo>
                <a:close/>
              </a:path>
              <a:path w="1393372" h="1343092" stroke="0" extrusionOk="0">
                <a:moveTo>
                  <a:pt x="0" y="671546"/>
                </a:moveTo>
                <a:cubicBezTo>
                  <a:pt x="-9816" y="316247"/>
                  <a:pt x="344053" y="-28063"/>
                  <a:pt x="696686" y="0"/>
                </a:cubicBezTo>
                <a:cubicBezTo>
                  <a:pt x="1101126" y="28014"/>
                  <a:pt x="1403414" y="293233"/>
                  <a:pt x="1393372" y="671546"/>
                </a:cubicBezTo>
                <a:cubicBezTo>
                  <a:pt x="1395643" y="1031063"/>
                  <a:pt x="1102945" y="1361542"/>
                  <a:pt x="696686" y="1343092"/>
                </a:cubicBezTo>
                <a:cubicBezTo>
                  <a:pt x="301003" y="1415066"/>
                  <a:pt x="-10679" y="1031935"/>
                  <a:pt x="0" y="671546"/>
                </a:cubicBezTo>
                <a:close/>
              </a:path>
            </a:pathLst>
          </a:custGeom>
          <a:ln w="28575">
            <a:extLst>
              <a:ext uri="{C807C97D-BFC1-408E-A445-0C87EB9F89A2}">
                <ask:lineSketchStyleProps xmlns:ask="http://schemas.microsoft.com/office/drawing/2018/sketchyshapes" sd="3809068511">
                  <a:prstGeom prst="ellipse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sp>
        <p:nvSpPr>
          <p:cNvPr id="11" name="Ellipse 10">
            <a:extLst>
              <a:ext uri="{FF2B5EF4-FFF2-40B4-BE49-F238E27FC236}">
                <a16:creationId xmlns:a16="http://schemas.microsoft.com/office/drawing/2014/main" id="{02E4864A-2BB9-D441-2D03-0E01137BEB54}"/>
              </a:ext>
            </a:extLst>
          </p:cNvPr>
          <p:cNvSpPr/>
          <p:nvPr/>
        </p:nvSpPr>
        <p:spPr>
          <a:xfrm>
            <a:off x="8157030" y="4528458"/>
            <a:ext cx="1393372" cy="1343092"/>
          </a:xfrm>
          <a:custGeom>
            <a:avLst/>
            <a:gdLst>
              <a:gd name="csX0" fmla="*/ 0 w 1393372"/>
              <a:gd name="csY0" fmla="*/ 671546 h 1343092"/>
              <a:gd name="csX1" fmla="*/ 696686 w 1393372"/>
              <a:gd name="csY1" fmla="*/ 0 h 1343092"/>
              <a:gd name="csX2" fmla="*/ 1393372 w 1393372"/>
              <a:gd name="csY2" fmla="*/ 671546 h 1343092"/>
              <a:gd name="csX3" fmla="*/ 696686 w 1393372"/>
              <a:gd name="csY3" fmla="*/ 1343092 h 1343092"/>
              <a:gd name="csX4" fmla="*/ 0 w 1393372"/>
              <a:gd name="csY4" fmla="*/ 671546 h 134309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393372" h="1343092" fill="none" extrusionOk="0">
                <a:moveTo>
                  <a:pt x="0" y="671546"/>
                </a:moveTo>
                <a:cubicBezTo>
                  <a:pt x="-55399" y="248551"/>
                  <a:pt x="293109" y="-37291"/>
                  <a:pt x="696686" y="0"/>
                </a:cubicBezTo>
                <a:cubicBezTo>
                  <a:pt x="1084729" y="4017"/>
                  <a:pt x="1439889" y="332793"/>
                  <a:pt x="1393372" y="671546"/>
                </a:cubicBezTo>
                <a:cubicBezTo>
                  <a:pt x="1394449" y="1034238"/>
                  <a:pt x="1066650" y="1330784"/>
                  <a:pt x="696686" y="1343092"/>
                </a:cubicBezTo>
                <a:cubicBezTo>
                  <a:pt x="302007" y="1348712"/>
                  <a:pt x="18854" y="1094403"/>
                  <a:pt x="0" y="671546"/>
                </a:cubicBezTo>
                <a:close/>
              </a:path>
              <a:path w="1393372" h="1343092" stroke="0" extrusionOk="0">
                <a:moveTo>
                  <a:pt x="0" y="671546"/>
                </a:moveTo>
                <a:cubicBezTo>
                  <a:pt x="-9816" y="316247"/>
                  <a:pt x="344053" y="-28063"/>
                  <a:pt x="696686" y="0"/>
                </a:cubicBezTo>
                <a:cubicBezTo>
                  <a:pt x="1101126" y="28014"/>
                  <a:pt x="1403414" y="293233"/>
                  <a:pt x="1393372" y="671546"/>
                </a:cubicBezTo>
                <a:cubicBezTo>
                  <a:pt x="1395643" y="1031063"/>
                  <a:pt x="1102945" y="1361542"/>
                  <a:pt x="696686" y="1343092"/>
                </a:cubicBezTo>
                <a:cubicBezTo>
                  <a:pt x="301003" y="1415066"/>
                  <a:pt x="-10679" y="1031935"/>
                  <a:pt x="0" y="671546"/>
                </a:cubicBezTo>
                <a:close/>
              </a:path>
            </a:pathLst>
          </a:custGeom>
          <a:ln w="28575">
            <a:extLst>
              <a:ext uri="{C807C97D-BFC1-408E-A445-0C87EB9F89A2}">
                <ask:lineSketchStyleProps xmlns:ask="http://schemas.microsoft.com/office/drawing/2018/sketchyshapes" sd="3809068511">
                  <a:prstGeom prst="ellipse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BE" dirty="0"/>
          </a:p>
        </p:txBody>
      </p:sp>
      <p:sp>
        <p:nvSpPr>
          <p:cNvPr id="12" name="Ellipse 11">
            <a:extLst>
              <a:ext uri="{FF2B5EF4-FFF2-40B4-BE49-F238E27FC236}">
                <a16:creationId xmlns:a16="http://schemas.microsoft.com/office/drawing/2014/main" id="{BC154DC0-659B-AA54-40A6-5E44D9E36137}"/>
              </a:ext>
            </a:extLst>
          </p:cNvPr>
          <p:cNvSpPr/>
          <p:nvPr/>
        </p:nvSpPr>
        <p:spPr>
          <a:xfrm>
            <a:off x="10007602" y="4528458"/>
            <a:ext cx="1393372" cy="1343092"/>
          </a:xfrm>
          <a:custGeom>
            <a:avLst/>
            <a:gdLst>
              <a:gd name="csX0" fmla="*/ 0 w 1393372"/>
              <a:gd name="csY0" fmla="*/ 671546 h 1343092"/>
              <a:gd name="csX1" fmla="*/ 696686 w 1393372"/>
              <a:gd name="csY1" fmla="*/ 0 h 1343092"/>
              <a:gd name="csX2" fmla="*/ 1393372 w 1393372"/>
              <a:gd name="csY2" fmla="*/ 671546 h 1343092"/>
              <a:gd name="csX3" fmla="*/ 696686 w 1393372"/>
              <a:gd name="csY3" fmla="*/ 1343092 h 1343092"/>
              <a:gd name="csX4" fmla="*/ 0 w 1393372"/>
              <a:gd name="csY4" fmla="*/ 671546 h 134309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393372" h="1343092" fill="none" extrusionOk="0">
                <a:moveTo>
                  <a:pt x="0" y="671546"/>
                </a:moveTo>
                <a:cubicBezTo>
                  <a:pt x="-55399" y="248551"/>
                  <a:pt x="293109" y="-37291"/>
                  <a:pt x="696686" y="0"/>
                </a:cubicBezTo>
                <a:cubicBezTo>
                  <a:pt x="1084729" y="4017"/>
                  <a:pt x="1439889" y="332793"/>
                  <a:pt x="1393372" y="671546"/>
                </a:cubicBezTo>
                <a:cubicBezTo>
                  <a:pt x="1394449" y="1034238"/>
                  <a:pt x="1066650" y="1330784"/>
                  <a:pt x="696686" y="1343092"/>
                </a:cubicBezTo>
                <a:cubicBezTo>
                  <a:pt x="302007" y="1348712"/>
                  <a:pt x="18854" y="1094403"/>
                  <a:pt x="0" y="671546"/>
                </a:cubicBezTo>
                <a:close/>
              </a:path>
              <a:path w="1393372" h="1343092" stroke="0" extrusionOk="0">
                <a:moveTo>
                  <a:pt x="0" y="671546"/>
                </a:moveTo>
                <a:cubicBezTo>
                  <a:pt x="-9816" y="316247"/>
                  <a:pt x="344053" y="-28063"/>
                  <a:pt x="696686" y="0"/>
                </a:cubicBezTo>
                <a:cubicBezTo>
                  <a:pt x="1101126" y="28014"/>
                  <a:pt x="1403414" y="293233"/>
                  <a:pt x="1393372" y="671546"/>
                </a:cubicBezTo>
                <a:cubicBezTo>
                  <a:pt x="1395643" y="1031063"/>
                  <a:pt x="1102945" y="1361542"/>
                  <a:pt x="696686" y="1343092"/>
                </a:cubicBezTo>
                <a:cubicBezTo>
                  <a:pt x="301003" y="1415066"/>
                  <a:pt x="-10679" y="1031935"/>
                  <a:pt x="0" y="671546"/>
                </a:cubicBezTo>
                <a:close/>
              </a:path>
            </a:pathLst>
          </a:custGeom>
          <a:ln w="28575">
            <a:extLst>
              <a:ext uri="{C807C97D-BFC1-408E-A445-0C87EB9F89A2}">
                <ask:lineSketchStyleProps xmlns:ask="http://schemas.microsoft.com/office/drawing/2018/sketchyshapes" sd="3809068511">
                  <a:prstGeom prst="ellipse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sp>
        <p:nvSpPr>
          <p:cNvPr id="13" name="Arc 12">
            <a:extLst>
              <a:ext uri="{FF2B5EF4-FFF2-40B4-BE49-F238E27FC236}">
                <a16:creationId xmlns:a16="http://schemas.microsoft.com/office/drawing/2014/main" id="{91773371-671A-FE1B-C072-DA32195BBB95}"/>
              </a:ext>
            </a:extLst>
          </p:cNvPr>
          <p:cNvSpPr/>
          <p:nvPr/>
        </p:nvSpPr>
        <p:spPr>
          <a:xfrm rot="4930573">
            <a:off x="3061952" y="4983150"/>
            <a:ext cx="480096" cy="775035"/>
          </a:xfrm>
          <a:prstGeom prst="arc">
            <a:avLst>
              <a:gd name="adj1" fmla="val 16200000"/>
              <a:gd name="adj2" fmla="val 6318770"/>
            </a:avLst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sp>
        <p:nvSpPr>
          <p:cNvPr id="14" name="Arc partiel 13">
            <a:extLst>
              <a:ext uri="{FF2B5EF4-FFF2-40B4-BE49-F238E27FC236}">
                <a16:creationId xmlns:a16="http://schemas.microsoft.com/office/drawing/2014/main" id="{E3976864-5186-5485-EBCE-2AD0573C27EB}"/>
              </a:ext>
            </a:extLst>
          </p:cNvPr>
          <p:cNvSpPr/>
          <p:nvPr/>
        </p:nvSpPr>
        <p:spPr>
          <a:xfrm>
            <a:off x="950685" y="4950033"/>
            <a:ext cx="1001486" cy="711200"/>
          </a:xfrm>
          <a:custGeom>
            <a:avLst/>
            <a:gdLst>
              <a:gd name="csX0" fmla="*/ 1001486 w 1001486"/>
              <a:gd name="csY0" fmla="*/ 355600 h 711200"/>
              <a:gd name="csX1" fmla="*/ 688862 w 1001486"/>
              <a:gd name="csY1" fmla="*/ 685152 h 711200"/>
              <a:gd name="csX2" fmla="*/ 307099 w 1001486"/>
              <a:gd name="csY2" fmla="*/ 683534 h 711200"/>
              <a:gd name="csX3" fmla="*/ 107 w 1001486"/>
              <a:gd name="csY3" fmla="*/ 348238 h 711200"/>
              <a:gd name="csX4" fmla="*/ 500743 w 1001486"/>
              <a:gd name="csY4" fmla="*/ 355600 h 711200"/>
              <a:gd name="csX5" fmla="*/ 1001486 w 1001486"/>
              <a:gd name="csY5" fmla="*/ 355600 h 7112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1001486" h="711200" extrusionOk="0">
                <a:moveTo>
                  <a:pt x="1001486" y="355600"/>
                </a:moveTo>
                <a:cubicBezTo>
                  <a:pt x="1003307" y="520547"/>
                  <a:pt x="880822" y="620853"/>
                  <a:pt x="688862" y="685152"/>
                </a:cubicBezTo>
                <a:cubicBezTo>
                  <a:pt x="560954" y="726975"/>
                  <a:pt x="433045" y="705450"/>
                  <a:pt x="307099" y="683534"/>
                </a:cubicBezTo>
                <a:cubicBezTo>
                  <a:pt x="115039" y="625674"/>
                  <a:pt x="9326" y="494757"/>
                  <a:pt x="107" y="348238"/>
                </a:cubicBezTo>
                <a:cubicBezTo>
                  <a:pt x="72399" y="344058"/>
                  <a:pt x="282083" y="362690"/>
                  <a:pt x="500743" y="355600"/>
                </a:cubicBezTo>
                <a:cubicBezTo>
                  <a:pt x="637997" y="349934"/>
                  <a:pt x="778003" y="316120"/>
                  <a:pt x="1001486" y="355600"/>
                </a:cubicBezTo>
                <a:close/>
              </a:path>
            </a:pathLst>
          </a:custGeom>
          <a:noFill/>
          <a:ln w="28575">
            <a:extLst>
              <a:ext uri="{C807C97D-BFC1-408E-A445-0C87EB9F89A2}">
                <ask:lineSketchStyleProps xmlns:ask="http://schemas.microsoft.com/office/drawing/2018/sketchyshapes" sd="782312533">
                  <a:prstGeom prst="pie">
                    <a:avLst>
                      <a:gd name="adj1" fmla="val 0"/>
                      <a:gd name="adj2" fmla="val 10850550"/>
                    </a:avLst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>
              <a:solidFill>
                <a:schemeClr val="tx1"/>
              </a:solidFill>
            </a:endParaRPr>
          </a:p>
        </p:txBody>
      </p:sp>
      <p:sp>
        <p:nvSpPr>
          <p:cNvPr id="19" name="Arc 18">
            <a:extLst>
              <a:ext uri="{FF2B5EF4-FFF2-40B4-BE49-F238E27FC236}">
                <a16:creationId xmlns:a16="http://schemas.microsoft.com/office/drawing/2014/main" id="{7FE4864A-2116-FD5E-839F-E6617A7A122C}"/>
              </a:ext>
            </a:extLst>
          </p:cNvPr>
          <p:cNvSpPr/>
          <p:nvPr/>
        </p:nvSpPr>
        <p:spPr>
          <a:xfrm rot="5400000">
            <a:off x="4717142" y="2435225"/>
            <a:ext cx="914400" cy="5138057"/>
          </a:xfrm>
          <a:custGeom>
            <a:avLst/>
            <a:gdLst>
              <a:gd name="csX0" fmla="*/ 908488 w 914400"/>
              <a:gd name="csY0" fmla="*/ 2157227 h 5138057"/>
              <a:gd name="csX1" fmla="*/ 907485 w 914400"/>
              <a:gd name="csY1" fmla="*/ 3014138 h 5138057"/>
              <a:gd name="csX2" fmla="*/ 457200 w 914400"/>
              <a:gd name="csY2" fmla="*/ 2569029 h 5138057"/>
              <a:gd name="csX3" fmla="*/ 908488 w 914400"/>
              <a:gd name="csY3" fmla="*/ 2157227 h 5138057"/>
              <a:gd name="csX0" fmla="*/ 908488 w 914400"/>
              <a:gd name="csY0" fmla="*/ 2157227 h 5138057"/>
              <a:gd name="csX1" fmla="*/ 907485 w 914400"/>
              <a:gd name="csY1" fmla="*/ 3014138 h 5138057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914400" h="5138057" stroke="0" extrusionOk="0">
                <a:moveTo>
                  <a:pt x="908488" y="2157227"/>
                </a:moveTo>
                <a:cubicBezTo>
                  <a:pt x="912562" y="2453327"/>
                  <a:pt x="908004" y="2727288"/>
                  <a:pt x="907485" y="3014138"/>
                </a:cubicBezTo>
                <a:cubicBezTo>
                  <a:pt x="697629" y="2791136"/>
                  <a:pt x="499573" y="2688852"/>
                  <a:pt x="457200" y="2569029"/>
                </a:cubicBezTo>
                <a:cubicBezTo>
                  <a:pt x="615087" y="2472279"/>
                  <a:pt x="734017" y="2330133"/>
                  <a:pt x="908488" y="2157227"/>
                </a:cubicBezTo>
                <a:close/>
              </a:path>
              <a:path w="914400" h="5138057" fill="none" extrusionOk="0">
                <a:moveTo>
                  <a:pt x="908488" y="2157227"/>
                </a:moveTo>
                <a:cubicBezTo>
                  <a:pt x="923608" y="2464481"/>
                  <a:pt x="949318" y="2718588"/>
                  <a:pt x="907485" y="3014138"/>
                </a:cubicBezTo>
              </a:path>
              <a:path w="914400" h="5138057" fill="none" stroke="0" extrusionOk="0">
                <a:moveTo>
                  <a:pt x="908488" y="2157227"/>
                </a:moveTo>
                <a:cubicBezTo>
                  <a:pt x="912704" y="2435365"/>
                  <a:pt x="931880" y="2725611"/>
                  <a:pt x="907485" y="3014138"/>
                </a:cubicBezTo>
              </a:path>
            </a:pathLst>
          </a:custGeom>
          <a:ln w="28575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2278280462">
                  <a:prstGeom prst="arc">
                    <a:avLst>
                      <a:gd name="adj1" fmla="val 19057170"/>
                      <a:gd name="adj2" fmla="val 2680131"/>
                    </a:avLst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sp>
        <p:nvSpPr>
          <p:cNvPr id="21" name="Arc 20">
            <a:extLst>
              <a:ext uri="{FF2B5EF4-FFF2-40B4-BE49-F238E27FC236}">
                <a16:creationId xmlns:a16="http://schemas.microsoft.com/office/drawing/2014/main" id="{5085BE63-1B5E-850D-F76A-F973B21995EF}"/>
              </a:ext>
            </a:extLst>
          </p:cNvPr>
          <p:cNvSpPr/>
          <p:nvPr/>
        </p:nvSpPr>
        <p:spPr>
          <a:xfrm rot="20545132">
            <a:off x="6656774" y="5288432"/>
            <a:ext cx="695804" cy="713248"/>
          </a:xfrm>
          <a:custGeom>
            <a:avLst/>
            <a:gdLst>
              <a:gd name="csX0" fmla="*/ 60086 w 695804"/>
              <a:gd name="csY0" fmla="*/ 156282 h 713248"/>
              <a:gd name="csX1" fmla="*/ 454427 w 695804"/>
              <a:gd name="csY1" fmla="*/ 17129 h 713248"/>
              <a:gd name="csX2" fmla="*/ 695804 w 695804"/>
              <a:gd name="csY2" fmla="*/ 356624 h 713248"/>
              <a:gd name="csX3" fmla="*/ 347902 w 695804"/>
              <a:gd name="csY3" fmla="*/ 356624 h 713248"/>
              <a:gd name="csX4" fmla="*/ 60086 w 695804"/>
              <a:gd name="csY4" fmla="*/ 156282 h 713248"/>
              <a:gd name="csX0" fmla="*/ 60086 w 695804"/>
              <a:gd name="csY0" fmla="*/ 156282 h 713248"/>
              <a:gd name="csX1" fmla="*/ 454427 w 695804"/>
              <a:gd name="csY1" fmla="*/ 17129 h 713248"/>
              <a:gd name="csX2" fmla="*/ 695804 w 695804"/>
              <a:gd name="csY2" fmla="*/ 356624 h 71324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695804" h="713248" stroke="0" extrusionOk="0">
                <a:moveTo>
                  <a:pt x="60086" y="156282"/>
                </a:moveTo>
                <a:cubicBezTo>
                  <a:pt x="131628" y="31290"/>
                  <a:pt x="318167" y="-32177"/>
                  <a:pt x="454427" y="17129"/>
                </a:cubicBezTo>
                <a:cubicBezTo>
                  <a:pt x="600361" y="54084"/>
                  <a:pt x="708293" y="187859"/>
                  <a:pt x="695804" y="356624"/>
                </a:cubicBezTo>
                <a:cubicBezTo>
                  <a:pt x="527524" y="356374"/>
                  <a:pt x="487109" y="362249"/>
                  <a:pt x="347902" y="356624"/>
                </a:cubicBezTo>
                <a:cubicBezTo>
                  <a:pt x="247173" y="314038"/>
                  <a:pt x="85661" y="189941"/>
                  <a:pt x="60086" y="156282"/>
                </a:cubicBezTo>
                <a:close/>
              </a:path>
              <a:path w="695804" h="713248" fill="none" extrusionOk="0">
                <a:moveTo>
                  <a:pt x="60086" y="156282"/>
                </a:moveTo>
                <a:cubicBezTo>
                  <a:pt x="147039" y="29641"/>
                  <a:pt x="303154" y="-44290"/>
                  <a:pt x="454427" y="17129"/>
                </a:cubicBezTo>
                <a:cubicBezTo>
                  <a:pt x="603174" y="64587"/>
                  <a:pt x="716163" y="207003"/>
                  <a:pt x="695804" y="356624"/>
                </a:cubicBezTo>
              </a:path>
              <a:path w="695804" h="713248" fill="none" stroke="0" extrusionOk="0">
                <a:moveTo>
                  <a:pt x="60086" y="156282"/>
                </a:moveTo>
                <a:cubicBezTo>
                  <a:pt x="142750" y="40459"/>
                  <a:pt x="307614" y="-28127"/>
                  <a:pt x="454427" y="17129"/>
                </a:cubicBezTo>
                <a:cubicBezTo>
                  <a:pt x="624282" y="66901"/>
                  <a:pt x="710790" y="204780"/>
                  <a:pt x="695804" y="356624"/>
                </a:cubicBezTo>
              </a:path>
            </a:pathLst>
          </a:custGeom>
          <a:ln w="28575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2067197777">
                  <a:prstGeom prst="arc">
                    <a:avLst>
                      <a:gd name="adj1" fmla="val 12890455"/>
                      <a:gd name="adj2" fmla="val 0"/>
                    </a:avLst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sp>
        <p:nvSpPr>
          <p:cNvPr id="23" name="Arc 22">
            <a:extLst>
              <a:ext uri="{FF2B5EF4-FFF2-40B4-BE49-F238E27FC236}">
                <a16:creationId xmlns:a16="http://schemas.microsoft.com/office/drawing/2014/main" id="{19D8AE30-1518-4476-D62C-41B84BA8DD56}"/>
              </a:ext>
            </a:extLst>
          </p:cNvPr>
          <p:cNvSpPr/>
          <p:nvPr/>
        </p:nvSpPr>
        <p:spPr>
          <a:xfrm rot="20545132">
            <a:off x="8492835" y="5281173"/>
            <a:ext cx="695804" cy="713248"/>
          </a:xfrm>
          <a:custGeom>
            <a:avLst/>
            <a:gdLst>
              <a:gd name="csX0" fmla="*/ 60086 w 695804"/>
              <a:gd name="csY0" fmla="*/ 156282 h 713248"/>
              <a:gd name="csX1" fmla="*/ 454427 w 695804"/>
              <a:gd name="csY1" fmla="*/ 17129 h 713248"/>
              <a:gd name="csX2" fmla="*/ 695804 w 695804"/>
              <a:gd name="csY2" fmla="*/ 356624 h 713248"/>
              <a:gd name="csX3" fmla="*/ 347902 w 695804"/>
              <a:gd name="csY3" fmla="*/ 356624 h 713248"/>
              <a:gd name="csX4" fmla="*/ 60086 w 695804"/>
              <a:gd name="csY4" fmla="*/ 156282 h 713248"/>
              <a:gd name="csX0" fmla="*/ 60086 w 695804"/>
              <a:gd name="csY0" fmla="*/ 156282 h 713248"/>
              <a:gd name="csX1" fmla="*/ 454427 w 695804"/>
              <a:gd name="csY1" fmla="*/ 17129 h 713248"/>
              <a:gd name="csX2" fmla="*/ 695804 w 695804"/>
              <a:gd name="csY2" fmla="*/ 356624 h 71324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695804" h="713248" stroke="0" extrusionOk="0">
                <a:moveTo>
                  <a:pt x="60086" y="156282"/>
                </a:moveTo>
                <a:cubicBezTo>
                  <a:pt x="131628" y="31290"/>
                  <a:pt x="318167" y="-32177"/>
                  <a:pt x="454427" y="17129"/>
                </a:cubicBezTo>
                <a:cubicBezTo>
                  <a:pt x="600361" y="54084"/>
                  <a:pt x="708293" y="187859"/>
                  <a:pt x="695804" y="356624"/>
                </a:cubicBezTo>
                <a:cubicBezTo>
                  <a:pt x="527524" y="356374"/>
                  <a:pt x="487109" y="362249"/>
                  <a:pt x="347902" y="356624"/>
                </a:cubicBezTo>
                <a:cubicBezTo>
                  <a:pt x="247173" y="314038"/>
                  <a:pt x="85661" y="189941"/>
                  <a:pt x="60086" y="156282"/>
                </a:cubicBezTo>
                <a:close/>
              </a:path>
              <a:path w="695804" h="713248" fill="none" extrusionOk="0">
                <a:moveTo>
                  <a:pt x="60086" y="156282"/>
                </a:moveTo>
                <a:cubicBezTo>
                  <a:pt x="147039" y="29641"/>
                  <a:pt x="303154" y="-44290"/>
                  <a:pt x="454427" y="17129"/>
                </a:cubicBezTo>
                <a:cubicBezTo>
                  <a:pt x="603174" y="64587"/>
                  <a:pt x="716163" y="207003"/>
                  <a:pt x="695804" y="356624"/>
                </a:cubicBezTo>
              </a:path>
              <a:path w="695804" h="713248" fill="none" stroke="0" extrusionOk="0">
                <a:moveTo>
                  <a:pt x="60086" y="156282"/>
                </a:moveTo>
                <a:cubicBezTo>
                  <a:pt x="142750" y="40459"/>
                  <a:pt x="307614" y="-28127"/>
                  <a:pt x="454427" y="17129"/>
                </a:cubicBezTo>
                <a:cubicBezTo>
                  <a:pt x="624282" y="66901"/>
                  <a:pt x="710790" y="204780"/>
                  <a:pt x="695804" y="356624"/>
                </a:cubicBezTo>
              </a:path>
            </a:pathLst>
          </a:custGeom>
          <a:ln w="28575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2067197777">
                  <a:prstGeom prst="arc">
                    <a:avLst>
                      <a:gd name="adj1" fmla="val 12890455"/>
                      <a:gd name="adj2" fmla="val 0"/>
                    </a:avLst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8" name="Encre 27">
                <a:extLst>
                  <a:ext uri="{FF2B5EF4-FFF2-40B4-BE49-F238E27FC236}">
                    <a16:creationId xmlns:a16="http://schemas.microsoft.com/office/drawing/2014/main" id="{867AB2B5-919A-88D2-4CCA-00E1A3B2F2FE}"/>
                  </a:ext>
                </a:extLst>
              </p14:cNvPr>
              <p14:cNvContentPartPr/>
              <p14:nvPr/>
            </p14:nvContentPartPr>
            <p14:xfrm>
              <a:off x="10417312" y="5421060"/>
              <a:ext cx="573952" cy="119056"/>
            </p14:xfrm>
          </p:contentPart>
        </mc:Choice>
        <mc:Fallback xmlns="">
          <p:pic>
            <p:nvPicPr>
              <p:cNvPr id="28" name="Encre 27">
                <a:extLst>
                  <a:ext uri="{FF2B5EF4-FFF2-40B4-BE49-F238E27FC236}">
                    <a16:creationId xmlns:a16="http://schemas.microsoft.com/office/drawing/2014/main" id="{867AB2B5-919A-88D2-4CCA-00E1A3B2F2F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403278" y="5407032"/>
                <a:ext cx="602020" cy="14747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1" name="Encre 30">
                <a:extLst>
                  <a:ext uri="{FF2B5EF4-FFF2-40B4-BE49-F238E27FC236}">
                    <a16:creationId xmlns:a16="http://schemas.microsoft.com/office/drawing/2014/main" id="{A912CE88-91F4-4423-46AB-57A35D151488}"/>
                  </a:ext>
                </a:extLst>
              </p14:cNvPr>
              <p14:cNvContentPartPr/>
              <p14:nvPr/>
            </p14:nvContentPartPr>
            <p14:xfrm>
              <a:off x="10266094" y="4845308"/>
              <a:ext cx="314820" cy="258902"/>
            </p14:xfrm>
          </p:contentPart>
        </mc:Choice>
        <mc:Fallback xmlns="">
          <p:pic>
            <p:nvPicPr>
              <p:cNvPr id="31" name="Encre 30">
                <a:extLst>
                  <a:ext uri="{FF2B5EF4-FFF2-40B4-BE49-F238E27FC236}">
                    <a16:creationId xmlns:a16="http://schemas.microsoft.com/office/drawing/2014/main" id="{A912CE88-91F4-4423-46AB-57A35D151488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0256739" y="4835959"/>
                <a:ext cx="333529" cy="277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32" name="Encre 31">
                <a:extLst>
                  <a:ext uri="{FF2B5EF4-FFF2-40B4-BE49-F238E27FC236}">
                    <a16:creationId xmlns:a16="http://schemas.microsoft.com/office/drawing/2014/main" id="{5AA7B5D1-D299-8460-0CEA-07A573FEBDDF}"/>
                  </a:ext>
                </a:extLst>
              </p14:cNvPr>
              <p14:cNvContentPartPr/>
              <p14:nvPr/>
            </p14:nvContentPartPr>
            <p14:xfrm flipH="1">
              <a:off x="10808455" y="4845308"/>
              <a:ext cx="314820" cy="258902"/>
            </p14:xfrm>
          </p:contentPart>
        </mc:Choice>
        <mc:Fallback xmlns="">
          <p:pic>
            <p:nvPicPr>
              <p:cNvPr id="32" name="Encre 31">
                <a:extLst>
                  <a:ext uri="{FF2B5EF4-FFF2-40B4-BE49-F238E27FC236}">
                    <a16:creationId xmlns:a16="http://schemas.microsoft.com/office/drawing/2014/main" id="{5AA7B5D1-D299-8460-0CEA-07A573FEBDDF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 flipH="1">
                <a:off x="10799100" y="4835959"/>
                <a:ext cx="333529" cy="277600"/>
              </a:xfrm>
              <a:prstGeom prst="rect">
                <a:avLst/>
              </a:prstGeom>
            </p:spPr>
          </p:pic>
        </mc:Fallback>
      </mc:AlternateContent>
      <p:sp>
        <p:nvSpPr>
          <p:cNvPr id="33" name="Ellipse 32">
            <a:extLst>
              <a:ext uri="{FF2B5EF4-FFF2-40B4-BE49-F238E27FC236}">
                <a16:creationId xmlns:a16="http://schemas.microsoft.com/office/drawing/2014/main" id="{8766EFDE-205C-0503-C987-BFBD449703BA}"/>
              </a:ext>
            </a:extLst>
          </p:cNvPr>
          <p:cNvSpPr/>
          <p:nvPr/>
        </p:nvSpPr>
        <p:spPr>
          <a:xfrm>
            <a:off x="1118734" y="4810517"/>
            <a:ext cx="45719" cy="68537"/>
          </a:xfrm>
          <a:custGeom>
            <a:avLst/>
            <a:gdLst>
              <a:gd name="csX0" fmla="*/ 0 w 45719"/>
              <a:gd name="csY0" fmla="*/ 34269 h 68537"/>
              <a:gd name="csX1" fmla="*/ 22860 w 45719"/>
              <a:gd name="csY1" fmla="*/ 0 h 68537"/>
              <a:gd name="csX2" fmla="*/ 45720 w 45719"/>
              <a:gd name="csY2" fmla="*/ 34269 h 68537"/>
              <a:gd name="csX3" fmla="*/ 22860 w 45719"/>
              <a:gd name="csY3" fmla="*/ 68538 h 68537"/>
              <a:gd name="csX4" fmla="*/ 0 w 45719"/>
              <a:gd name="csY4" fmla="*/ 34269 h 6853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45719" h="68537" fill="none" extrusionOk="0">
                <a:moveTo>
                  <a:pt x="0" y="34269"/>
                </a:moveTo>
                <a:cubicBezTo>
                  <a:pt x="-248" y="15405"/>
                  <a:pt x="10536" y="1398"/>
                  <a:pt x="22860" y="0"/>
                </a:cubicBezTo>
                <a:cubicBezTo>
                  <a:pt x="35710" y="-260"/>
                  <a:pt x="47976" y="14414"/>
                  <a:pt x="45720" y="34269"/>
                </a:cubicBezTo>
                <a:cubicBezTo>
                  <a:pt x="46204" y="52580"/>
                  <a:pt x="35787" y="69702"/>
                  <a:pt x="22860" y="68538"/>
                </a:cubicBezTo>
                <a:cubicBezTo>
                  <a:pt x="11378" y="70092"/>
                  <a:pt x="438" y="54511"/>
                  <a:pt x="0" y="34269"/>
                </a:cubicBezTo>
                <a:close/>
              </a:path>
              <a:path w="45719" h="68537" stroke="0" extrusionOk="0">
                <a:moveTo>
                  <a:pt x="0" y="34269"/>
                </a:moveTo>
                <a:cubicBezTo>
                  <a:pt x="-1481" y="16436"/>
                  <a:pt x="9363" y="-1105"/>
                  <a:pt x="22860" y="0"/>
                </a:cubicBezTo>
                <a:cubicBezTo>
                  <a:pt x="33983" y="2728"/>
                  <a:pt x="46907" y="14948"/>
                  <a:pt x="45720" y="34269"/>
                </a:cubicBezTo>
                <a:cubicBezTo>
                  <a:pt x="46232" y="52518"/>
                  <a:pt x="34896" y="68325"/>
                  <a:pt x="22860" y="68538"/>
                </a:cubicBezTo>
                <a:cubicBezTo>
                  <a:pt x="12713" y="67854"/>
                  <a:pt x="240" y="52913"/>
                  <a:pt x="0" y="34269"/>
                </a:cubicBezTo>
                <a:close/>
              </a:path>
            </a:pathLst>
          </a:custGeom>
          <a:solidFill>
            <a:schemeClr val="tx1"/>
          </a:solidFill>
          <a:ln>
            <a:extLst>
              <a:ext uri="{C807C97D-BFC1-408E-A445-0C87EB9F89A2}">
                <ask:lineSketchStyleProps xmlns:ask="http://schemas.microsoft.com/office/drawing/2018/sketchyshapes" sd="2482972329">
                  <a:prstGeom prst="ellipse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sp>
        <p:nvSpPr>
          <p:cNvPr id="34" name="Ellipse 33">
            <a:extLst>
              <a:ext uri="{FF2B5EF4-FFF2-40B4-BE49-F238E27FC236}">
                <a16:creationId xmlns:a16="http://schemas.microsoft.com/office/drawing/2014/main" id="{92C9F109-9F76-AF7B-2566-BFC61C997CFC}"/>
              </a:ext>
            </a:extLst>
          </p:cNvPr>
          <p:cNvSpPr/>
          <p:nvPr/>
        </p:nvSpPr>
        <p:spPr>
          <a:xfrm>
            <a:off x="1621653" y="4812377"/>
            <a:ext cx="45719" cy="68537"/>
          </a:xfrm>
          <a:custGeom>
            <a:avLst/>
            <a:gdLst>
              <a:gd name="csX0" fmla="*/ 0 w 45719"/>
              <a:gd name="csY0" fmla="*/ 34269 h 68537"/>
              <a:gd name="csX1" fmla="*/ 22860 w 45719"/>
              <a:gd name="csY1" fmla="*/ 0 h 68537"/>
              <a:gd name="csX2" fmla="*/ 45720 w 45719"/>
              <a:gd name="csY2" fmla="*/ 34269 h 68537"/>
              <a:gd name="csX3" fmla="*/ 22860 w 45719"/>
              <a:gd name="csY3" fmla="*/ 68538 h 68537"/>
              <a:gd name="csX4" fmla="*/ 0 w 45719"/>
              <a:gd name="csY4" fmla="*/ 34269 h 6853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45719" h="68537" fill="none" extrusionOk="0">
                <a:moveTo>
                  <a:pt x="0" y="34269"/>
                </a:moveTo>
                <a:cubicBezTo>
                  <a:pt x="-248" y="15405"/>
                  <a:pt x="10536" y="1398"/>
                  <a:pt x="22860" y="0"/>
                </a:cubicBezTo>
                <a:cubicBezTo>
                  <a:pt x="35710" y="-260"/>
                  <a:pt x="47976" y="14414"/>
                  <a:pt x="45720" y="34269"/>
                </a:cubicBezTo>
                <a:cubicBezTo>
                  <a:pt x="46204" y="52580"/>
                  <a:pt x="35787" y="69702"/>
                  <a:pt x="22860" y="68538"/>
                </a:cubicBezTo>
                <a:cubicBezTo>
                  <a:pt x="11378" y="70092"/>
                  <a:pt x="438" y="54511"/>
                  <a:pt x="0" y="34269"/>
                </a:cubicBezTo>
                <a:close/>
              </a:path>
              <a:path w="45719" h="68537" stroke="0" extrusionOk="0">
                <a:moveTo>
                  <a:pt x="0" y="34269"/>
                </a:moveTo>
                <a:cubicBezTo>
                  <a:pt x="-1481" y="16436"/>
                  <a:pt x="9363" y="-1105"/>
                  <a:pt x="22860" y="0"/>
                </a:cubicBezTo>
                <a:cubicBezTo>
                  <a:pt x="33983" y="2728"/>
                  <a:pt x="46907" y="14948"/>
                  <a:pt x="45720" y="34269"/>
                </a:cubicBezTo>
                <a:cubicBezTo>
                  <a:pt x="46232" y="52518"/>
                  <a:pt x="34896" y="68325"/>
                  <a:pt x="22860" y="68538"/>
                </a:cubicBezTo>
                <a:cubicBezTo>
                  <a:pt x="12713" y="67854"/>
                  <a:pt x="240" y="52913"/>
                  <a:pt x="0" y="34269"/>
                </a:cubicBezTo>
                <a:close/>
              </a:path>
            </a:pathLst>
          </a:custGeom>
          <a:solidFill>
            <a:schemeClr val="tx1"/>
          </a:solidFill>
          <a:ln>
            <a:extLst>
              <a:ext uri="{C807C97D-BFC1-408E-A445-0C87EB9F89A2}">
                <ask:lineSketchStyleProps xmlns:ask="http://schemas.microsoft.com/office/drawing/2018/sketchyshapes" sd="2482972329">
                  <a:prstGeom prst="ellipse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sp>
        <p:nvSpPr>
          <p:cNvPr id="35" name="Ellipse 34">
            <a:extLst>
              <a:ext uri="{FF2B5EF4-FFF2-40B4-BE49-F238E27FC236}">
                <a16:creationId xmlns:a16="http://schemas.microsoft.com/office/drawing/2014/main" id="{970DF680-8C3B-08E0-DA6F-2EDD1DC416BA}"/>
              </a:ext>
            </a:extLst>
          </p:cNvPr>
          <p:cNvSpPr/>
          <p:nvPr/>
        </p:nvSpPr>
        <p:spPr>
          <a:xfrm>
            <a:off x="3014221" y="4815274"/>
            <a:ext cx="45719" cy="68537"/>
          </a:xfrm>
          <a:custGeom>
            <a:avLst/>
            <a:gdLst>
              <a:gd name="csX0" fmla="*/ 0 w 45719"/>
              <a:gd name="csY0" fmla="*/ 34269 h 68537"/>
              <a:gd name="csX1" fmla="*/ 22860 w 45719"/>
              <a:gd name="csY1" fmla="*/ 0 h 68537"/>
              <a:gd name="csX2" fmla="*/ 45720 w 45719"/>
              <a:gd name="csY2" fmla="*/ 34269 h 68537"/>
              <a:gd name="csX3" fmla="*/ 22860 w 45719"/>
              <a:gd name="csY3" fmla="*/ 68538 h 68537"/>
              <a:gd name="csX4" fmla="*/ 0 w 45719"/>
              <a:gd name="csY4" fmla="*/ 34269 h 6853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45719" h="68537" fill="none" extrusionOk="0">
                <a:moveTo>
                  <a:pt x="0" y="34269"/>
                </a:moveTo>
                <a:cubicBezTo>
                  <a:pt x="-248" y="15405"/>
                  <a:pt x="10536" y="1398"/>
                  <a:pt x="22860" y="0"/>
                </a:cubicBezTo>
                <a:cubicBezTo>
                  <a:pt x="35710" y="-260"/>
                  <a:pt x="47976" y="14414"/>
                  <a:pt x="45720" y="34269"/>
                </a:cubicBezTo>
                <a:cubicBezTo>
                  <a:pt x="46204" y="52580"/>
                  <a:pt x="35787" y="69702"/>
                  <a:pt x="22860" y="68538"/>
                </a:cubicBezTo>
                <a:cubicBezTo>
                  <a:pt x="11378" y="70092"/>
                  <a:pt x="438" y="54511"/>
                  <a:pt x="0" y="34269"/>
                </a:cubicBezTo>
                <a:close/>
              </a:path>
              <a:path w="45719" h="68537" stroke="0" extrusionOk="0">
                <a:moveTo>
                  <a:pt x="0" y="34269"/>
                </a:moveTo>
                <a:cubicBezTo>
                  <a:pt x="-1481" y="16436"/>
                  <a:pt x="9363" y="-1105"/>
                  <a:pt x="22860" y="0"/>
                </a:cubicBezTo>
                <a:cubicBezTo>
                  <a:pt x="33983" y="2728"/>
                  <a:pt x="46907" y="14948"/>
                  <a:pt x="45720" y="34269"/>
                </a:cubicBezTo>
                <a:cubicBezTo>
                  <a:pt x="46232" y="52518"/>
                  <a:pt x="34896" y="68325"/>
                  <a:pt x="22860" y="68538"/>
                </a:cubicBezTo>
                <a:cubicBezTo>
                  <a:pt x="12713" y="67854"/>
                  <a:pt x="240" y="52913"/>
                  <a:pt x="0" y="34269"/>
                </a:cubicBezTo>
                <a:close/>
              </a:path>
            </a:pathLst>
          </a:custGeom>
          <a:solidFill>
            <a:schemeClr val="tx1"/>
          </a:solidFill>
          <a:ln>
            <a:extLst>
              <a:ext uri="{C807C97D-BFC1-408E-A445-0C87EB9F89A2}">
                <ask:lineSketchStyleProps xmlns:ask="http://schemas.microsoft.com/office/drawing/2018/sketchyshapes" sd="2482972329">
                  <a:prstGeom prst="ellipse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sp>
        <p:nvSpPr>
          <p:cNvPr id="36" name="Ellipse 35">
            <a:extLst>
              <a:ext uri="{FF2B5EF4-FFF2-40B4-BE49-F238E27FC236}">
                <a16:creationId xmlns:a16="http://schemas.microsoft.com/office/drawing/2014/main" id="{51B89DD7-C91D-7513-45FC-3F6DD4102E1A}"/>
              </a:ext>
            </a:extLst>
          </p:cNvPr>
          <p:cNvSpPr/>
          <p:nvPr/>
        </p:nvSpPr>
        <p:spPr>
          <a:xfrm>
            <a:off x="3517140" y="4817134"/>
            <a:ext cx="45719" cy="68537"/>
          </a:xfrm>
          <a:custGeom>
            <a:avLst/>
            <a:gdLst>
              <a:gd name="csX0" fmla="*/ 0 w 45719"/>
              <a:gd name="csY0" fmla="*/ 34269 h 68537"/>
              <a:gd name="csX1" fmla="*/ 22860 w 45719"/>
              <a:gd name="csY1" fmla="*/ 0 h 68537"/>
              <a:gd name="csX2" fmla="*/ 45720 w 45719"/>
              <a:gd name="csY2" fmla="*/ 34269 h 68537"/>
              <a:gd name="csX3" fmla="*/ 22860 w 45719"/>
              <a:gd name="csY3" fmla="*/ 68538 h 68537"/>
              <a:gd name="csX4" fmla="*/ 0 w 45719"/>
              <a:gd name="csY4" fmla="*/ 34269 h 6853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45719" h="68537" fill="none" extrusionOk="0">
                <a:moveTo>
                  <a:pt x="0" y="34269"/>
                </a:moveTo>
                <a:cubicBezTo>
                  <a:pt x="-248" y="15405"/>
                  <a:pt x="10536" y="1398"/>
                  <a:pt x="22860" y="0"/>
                </a:cubicBezTo>
                <a:cubicBezTo>
                  <a:pt x="35710" y="-260"/>
                  <a:pt x="47976" y="14414"/>
                  <a:pt x="45720" y="34269"/>
                </a:cubicBezTo>
                <a:cubicBezTo>
                  <a:pt x="46204" y="52580"/>
                  <a:pt x="35787" y="69702"/>
                  <a:pt x="22860" y="68538"/>
                </a:cubicBezTo>
                <a:cubicBezTo>
                  <a:pt x="11378" y="70092"/>
                  <a:pt x="438" y="54511"/>
                  <a:pt x="0" y="34269"/>
                </a:cubicBezTo>
                <a:close/>
              </a:path>
              <a:path w="45719" h="68537" stroke="0" extrusionOk="0">
                <a:moveTo>
                  <a:pt x="0" y="34269"/>
                </a:moveTo>
                <a:cubicBezTo>
                  <a:pt x="-1481" y="16436"/>
                  <a:pt x="9363" y="-1105"/>
                  <a:pt x="22860" y="0"/>
                </a:cubicBezTo>
                <a:cubicBezTo>
                  <a:pt x="33983" y="2728"/>
                  <a:pt x="46907" y="14948"/>
                  <a:pt x="45720" y="34269"/>
                </a:cubicBezTo>
                <a:cubicBezTo>
                  <a:pt x="46232" y="52518"/>
                  <a:pt x="34896" y="68325"/>
                  <a:pt x="22860" y="68538"/>
                </a:cubicBezTo>
                <a:cubicBezTo>
                  <a:pt x="12713" y="67854"/>
                  <a:pt x="240" y="52913"/>
                  <a:pt x="0" y="34269"/>
                </a:cubicBezTo>
                <a:close/>
              </a:path>
            </a:pathLst>
          </a:custGeom>
          <a:solidFill>
            <a:schemeClr val="tx1"/>
          </a:solidFill>
          <a:ln>
            <a:extLst>
              <a:ext uri="{C807C97D-BFC1-408E-A445-0C87EB9F89A2}">
                <ask:lineSketchStyleProps xmlns:ask="http://schemas.microsoft.com/office/drawing/2018/sketchyshapes" sd="2482972329">
                  <a:prstGeom prst="ellipse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sp>
        <p:nvSpPr>
          <p:cNvPr id="37" name="Ellipse 36">
            <a:extLst>
              <a:ext uri="{FF2B5EF4-FFF2-40B4-BE49-F238E27FC236}">
                <a16:creationId xmlns:a16="http://schemas.microsoft.com/office/drawing/2014/main" id="{29F496E7-26C5-3568-CBFC-AA867E625F4E}"/>
              </a:ext>
            </a:extLst>
          </p:cNvPr>
          <p:cNvSpPr/>
          <p:nvPr/>
        </p:nvSpPr>
        <p:spPr>
          <a:xfrm>
            <a:off x="4843024" y="4839091"/>
            <a:ext cx="45719" cy="68537"/>
          </a:xfrm>
          <a:custGeom>
            <a:avLst/>
            <a:gdLst>
              <a:gd name="csX0" fmla="*/ 0 w 45719"/>
              <a:gd name="csY0" fmla="*/ 34269 h 68537"/>
              <a:gd name="csX1" fmla="*/ 22860 w 45719"/>
              <a:gd name="csY1" fmla="*/ 0 h 68537"/>
              <a:gd name="csX2" fmla="*/ 45720 w 45719"/>
              <a:gd name="csY2" fmla="*/ 34269 h 68537"/>
              <a:gd name="csX3" fmla="*/ 22860 w 45719"/>
              <a:gd name="csY3" fmla="*/ 68538 h 68537"/>
              <a:gd name="csX4" fmla="*/ 0 w 45719"/>
              <a:gd name="csY4" fmla="*/ 34269 h 6853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45719" h="68537" fill="none" extrusionOk="0">
                <a:moveTo>
                  <a:pt x="0" y="34269"/>
                </a:moveTo>
                <a:cubicBezTo>
                  <a:pt x="-248" y="15405"/>
                  <a:pt x="10536" y="1398"/>
                  <a:pt x="22860" y="0"/>
                </a:cubicBezTo>
                <a:cubicBezTo>
                  <a:pt x="35710" y="-260"/>
                  <a:pt x="47976" y="14414"/>
                  <a:pt x="45720" y="34269"/>
                </a:cubicBezTo>
                <a:cubicBezTo>
                  <a:pt x="46204" y="52580"/>
                  <a:pt x="35787" y="69702"/>
                  <a:pt x="22860" y="68538"/>
                </a:cubicBezTo>
                <a:cubicBezTo>
                  <a:pt x="11378" y="70092"/>
                  <a:pt x="438" y="54511"/>
                  <a:pt x="0" y="34269"/>
                </a:cubicBezTo>
                <a:close/>
              </a:path>
              <a:path w="45719" h="68537" stroke="0" extrusionOk="0">
                <a:moveTo>
                  <a:pt x="0" y="34269"/>
                </a:moveTo>
                <a:cubicBezTo>
                  <a:pt x="-1481" y="16436"/>
                  <a:pt x="9363" y="-1105"/>
                  <a:pt x="22860" y="0"/>
                </a:cubicBezTo>
                <a:cubicBezTo>
                  <a:pt x="33983" y="2728"/>
                  <a:pt x="46907" y="14948"/>
                  <a:pt x="45720" y="34269"/>
                </a:cubicBezTo>
                <a:cubicBezTo>
                  <a:pt x="46232" y="52518"/>
                  <a:pt x="34896" y="68325"/>
                  <a:pt x="22860" y="68538"/>
                </a:cubicBezTo>
                <a:cubicBezTo>
                  <a:pt x="12713" y="67854"/>
                  <a:pt x="240" y="52913"/>
                  <a:pt x="0" y="34269"/>
                </a:cubicBezTo>
                <a:close/>
              </a:path>
            </a:pathLst>
          </a:custGeom>
          <a:solidFill>
            <a:schemeClr val="tx1"/>
          </a:solidFill>
          <a:ln>
            <a:extLst>
              <a:ext uri="{C807C97D-BFC1-408E-A445-0C87EB9F89A2}">
                <ask:lineSketchStyleProps xmlns:ask="http://schemas.microsoft.com/office/drawing/2018/sketchyshapes" sd="2482972329">
                  <a:prstGeom prst="ellipse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sp>
        <p:nvSpPr>
          <p:cNvPr id="38" name="Ellipse 37">
            <a:extLst>
              <a:ext uri="{FF2B5EF4-FFF2-40B4-BE49-F238E27FC236}">
                <a16:creationId xmlns:a16="http://schemas.microsoft.com/office/drawing/2014/main" id="{226D4682-4F84-2BFD-6B28-B5F615149E2B}"/>
              </a:ext>
            </a:extLst>
          </p:cNvPr>
          <p:cNvSpPr/>
          <p:nvPr/>
        </p:nvSpPr>
        <p:spPr>
          <a:xfrm>
            <a:off x="5345943" y="4840951"/>
            <a:ext cx="45719" cy="68537"/>
          </a:xfrm>
          <a:custGeom>
            <a:avLst/>
            <a:gdLst>
              <a:gd name="csX0" fmla="*/ 0 w 45719"/>
              <a:gd name="csY0" fmla="*/ 34269 h 68537"/>
              <a:gd name="csX1" fmla="*/ 22860 w 45719"/>
              <a:gd name="csY1" fmla="*/ 0 h 68537"/>
              <a:gd name="csX2" fmla="*/ 45720 w 45719"/>
              <a:gd name="csY2" fmla="*/ 34269 h 68537"/>
              <a:gd name="csX3" fmla="*/ 22860 w 45719"/>
              <a:gd name="csY3" fmla="*/ 68538 h 68537"/>
              <a:gd name="csX4" fmla="*/ 0 w 45719"/>
              <a:gd name="csY4" fmla="*/ 34269 h 6853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45719" h="68537" fill="none" extrusionOk="0">
                <a:moveTo>
                  <a:pt x="0" y="34269"/>
                </a:moveTo>
                <a:cubicBezTo>
                  <a:pt x="-248" y="15405"/>
                  <a:pt x="10536" y="1398"/>
                  <a:pt x="22860" y="0"/>
                </a:cubicBezTo>
                <a:cubicBezTo>
                  <a:pt x="35710" y="-260"/>
                  <a:pt x="47976" y="14414"/>
                  <a:pt x="45720" y="34269"/>
                </a:cubicBezTo>
                <a:cubicBezTo>
                  <a:pt x="46204" y="52580"/>
                  <a:pt x="35787" y="69702"/>
                  <a:pt x="22860" y="68538"/>
                </a:cubicBezTo>
                <a:cubicBezTo>
                  <a:pt x="11378" y="70092"/>
                  <a:pt x="438" y="54511"/>
                  <a:pt x="0" y="34269"/>
                </a:cubicBezTo>
                <a:close/>
              </a:path>
              <a:path w="45719" h="68537" stroke="0" extrusionOk="0">
                <a:moveTo>
                  <a:pt x="0" y="34269"/>
                </a:moveTo>
                <a:cubicBezTo>
                  <a:pt x="-1481" y="16436"/>
                  <a:pt x="9363" y="-1105"/>
                  <a:pt x="22860" y="0"/>
                </a:cubicBezTo>
                <a:cubicBezTo>
                  <a:pt x="33983" y="2728"/>
                  <a:pt x="46907" y="14948"/>
                  <a:pt x="45720" y="34269"/>
                </a:cubicBezTo>
                <a:cubicBezTo>
                  <a:pt x="46232" y="52518"/>
                  <a:pt x="34896" y="68325"/>
                  <a:pt x="22860" y="68538"/>
                </a:cubicBezTo>
                <a:cubicBezTo>
                  <a:pt x="12713" y="67854"/>
                  <a:pt x="240" y="52913"/>
                  <a:pt x="0" y="34269"/>
                </a:cubicBezTo>
                <a:close/>
              </a:path>
            </a:pathLst>
          </a:custGeom>
          <a:solidFill>
            <a:schemeClr val="tx1"/>
          </a:solidFill>
          <a:ln>
            <a:extLst>
              <a:ext uri="{C807C97D-BFC1-408E-A445-0C87EB9F89A2}">
                <ask:lineSketchStyleProps xmlns:ask="http://schemas.microsoft.com/office/drawing/2018/sketchyshapes" sd="2482972329">
                  <a:prstGeom prst="ellipse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sp>
        <p:nvSpPr>
          <p:cNvPr id="39" name="Ellipse 38">
            <a:extLst>
              <a:ext uri="{FF2B5EF4-FFF2-40B4-BE49-F238E27FC236}">
                <a16:creationId xmlns:a16="http://schemas.microsoft.com/office/drawing/2014/main" id="{3EBC35FE-CFC7-A623-8497-5B7213FB17F9}"/>
              </a:ext>
            </a:extLst>
          </p:cNvPr>
          <p:cNvSpPr/>
          <p:nvPr/>
        </p:nvSpPr>
        <p:spPr>
          <a:xfrm>
            <a:off x="6714682" y="4820039"/>
            <a:ext cx="45719" cy="68537"/>
          </a:xfrm>
          <a:custGeom>
            <a:avLst/>
            <a:gdLst>
              <a:gd name="csX0" fmla="*/ 0 w 45719"/>
              <a:gd name="csY0" fmla="*/ 34269 h 68537"/>
              <a:gd name="csX1" fmla="*/ 22860 w 45719"/>
              <a:gd name="csY1" fmla="*/ 0 h 68537"/>
              <a:gd name="csX2" fmla="*/ 45720 w 45719"/>
              <a:gd name="csY2" fmla="*/ 34269 h 68537"/>
              <a:gd name="csX3" fmla="*/ 22860 w 45719"/>
              <a:gd name="csY3" fmla="*/ 68538 h 68537"/>
              <a:gd name="csX4" fmla="*/ 0 w 45719"/>
              <a:gd name="csY4" fmla="*/ 34269 h 6853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45719" h="68537" fill="none" extrusionOk="0">
                <a:moveTo>
                  <a:pt x="0" y="34269"/>
                </a:moveTo>
                <a:cubicBezTo>
                  <a:pt x="-248" y="15405"/>
                  <a:pt x="10536" y="1398"/>
                  <a:pt x="22860" y="0"/>
                </a:cubicBezTo>
                <a:cubicBezTo>
                  <a:pt x="35710" y="-260"/>
                  <a:pt x="47976" y="14414"/>
                  <a:pt x="45720" y="34269"/>
                </a:cubicBezTo>
                <a:cubicBezTo>
                  <a:pt x="46204" y="52580"/>
                  <a:pt x="35787" y="69702"/>
                  <a:pt x="22860" y="68538"/>
                </a:cubicBezTo>
                <a:cubicBezTo>
                  <a:pt x="11378" y="70092"/>
                  <a:pt x="438" y="54511"/>
                  <a:pt x="0" y="34269"/>
                </a:cubicBezTo>
                <a:close/>
              </a:path>
              <a:path w="45719" h="68537" stroke="0" extrusionOk="0">
                <a:moveTo>
                  <a:pt x="0" y="34269"/>
                </a:moveTo>
                <a:cubicBezTo>
                  <a:pt x="-1481" y="16436"/>
                  <a:pt x="9363" y="-1105"/>
                  <a:pt x="22860" y="0"/>
                </a:cubicBezTo>
                <a:cubicBezTo>
                  <a:pt x="33983" y="2728"/>
                  <a:pt x="46907" y="14948"/>
                  <a:pt x="45720" y="34269"/>
                </a:cubicBezTo>
                <a:cubicBezTo>
                  <a:pt x="46232" y="52518"/>
                  <a:pt x="34896" y="68325"/>
                  <a:pt x="22860" y="68538"/>
                </a:cubicBezTo>
                <a:cubicBezTo>
                  <a:pt x="12713" y="67854"/>
                  <a:pt x="240" y="52913"/>
                  <a:pt x="0" y="34269"/>
                </a:cubicBezTo>
                <a:close/>
              </a:path>
            </a:pathLst>
          </a:custGeom>
          <a:solidFill>
            <a:schemeClr val="tx1"/>
          </a:solidFill>
          <a:ln>
            <a:extLst>
              <a:ext uri="{C807C97D-BFC1-408E-A445-0C87EB9F89A2}">
                <ask:lineSketchStyleProps xmlns:ask="http://schemas.microsoft.com/office/drawing/2018/sketchyshapes" sd="2482972329">
                  <a:prstGeom prst="ellipse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sp>
        <p:nvSpPr>
          <p:cNvPr id="40" name="Ellipse 39">
            <a:extLst>
              <a:ext uri="{FF2B5EF4-FFF2-40B4-BE49-F238E27FC236}">
                <a16:creationId xmlns:a16="http://schemas.microsoft.com/office/drawing/2014/main" id="{D3E9FBA5-21D3-8F88-D6D4-008395701F25}"/>
              </a:ext>
            </a:extLst>
          </p:cNvPr>
          <p:cNvSpPr/>
          <p:nvPr/>
        </p:nvSpPr>
        <p:spPr>
          <a:xfrm>
            <a:off x="7217601" y="4821899"/>
            <a:ext cx="45719" cy="68537"/>
          </a:xfrm>
          <a:custGeom>
            <a:avLst/>
            <a:gdLst>
              <a:gd name="csX0" fmla="*/ 0 w 45719"/>
              <a:gd name="csY0" fmla="*/ 34269 h 68537"/>
              <a:gd name="csX1" fmla="*/ 22860 w 45719"/>
              <a:gd name="csY1" fmla="*/ 0 h 68537"/>
              <a:gd name="csX2" fmla="*/ 45720 w 45719"/>
              <a:gd name="csY2" fmla="*/ 34269 h 68537"/>
              <a:gd name="csX3" fmla="*/ 22860 w 45719"/>
              <a:gd name="csY3" fmla="*/ 68538 h 68537"/>
              <a:gd name="csX4" fmla="*/ 0 w 45719"/>
              <a:gd name="csY4" fmla="*/ 34269 h 6853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45719" h="68537" fill="none" extrusionOk="0">
                <a:moveTo>
                  <a:pt x="0" y="34269"/>
                </a:moveTo>
                <a:cubicBezTo>
                  <a:pt x="-248" y="15405"/>
                  <a:pt x="10536" y="1398"/>
                  <a:pt x="22860" y="0"/>
                </a:cubicBezTo>
                <a:cubicBezTo>
                  <a:pt x="35710" y="-260"/>
                  <a:pt x="47976" y="14414"/>
                  <a:pt x="45720" y="34269"/>
                </a:cubicBezTo>
                <a:cubicBezTo>
                  <a:pt x="46204" y="52580"/>
                  <a:pt x="35787" y="69702"/>
                  <a:pt x="22860" y="68538"/>
                </a:cubicBezTo>
                <a:cubicBezTo>
                  <a:pt x="11378" y="70092"/>
                  <a:pt x="438" y="54511"/>
                  <a:pt x="0" y="34269"/>
                </a:cubicBezTo>
                <a:close/>
              </a:path>
              <a:path w="45719" h="68537" stroke="0" extrusionOk="0">
                <a:moveTo>
                  <a:pt x="0" y="34269"/>
                </a:moveTo>
                <a:cubicBezTo>
                  <a:pt x="-1481" y="16436"/>
                  <a:pt x="9363" y="-1105"/>
                  <a:pt x="22860" y="0"/>
                </a:cubicBezTo>
                <a:cubicBezTo>
                  <a:pt x="33983" y="2728"/>
                  <a:pt x="46907" y="14948"/>
                  <a:pt x="45720" y="34269"/>
                </a:cubicBezTo>
                <a:cubicBezTo>
                  <a:pt x="46232" y="52518"/>
                  <a:pt x="34896" y="68325"/>
                  <a:pt x="22860" y="68538"/>
                </a:cubicBezTo>
                <a:cubicBezTo>
                  <a:pt x="12713" y="67854"/>
                  <a:pt x="240" y="52913"/>
                  <a:pt x="0" y="34269"/>
                </a:cubicBezTo>
                <a:close/>
              </a:path>
            </a:pathLst>
          </a:custGeom>
          <a:solidFill>
            <a:schemeClr val="tx1"/>
          </a:solidFill>
          <a:ln>
            <a:extLst>
              <a:ext uri="{C807C97D-BFC1-408E-A445-0C87EB9F89A2}">
                <ask:lineSketchStyleProps xmlns:ask="http://schemas.microsoft.com/office/drawing/2018/sketchyshapes" sd="2482972329">
                  <a:prstGeom prst="ellipse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44" name="Encre 43">
                <a:extLst>
                  <a:ext uri="{FF2B5EF4-FFF2-40B4-BE49-F238E27FC236}">
                    <a16:creationId xmlns:a16="http://schemas.microsoft.com/office/drawing/2014/main" id="{A9CA7F97-A2F0-DF08-B91D-7783425AB97A}"/>
                  </a:ext>
                </a:extLst>
              </p14:cNvPr>
              <p14:cNvContentPartPr/>
              <p14:nvPr/>
            </p14:nvContentPartPr>
            <p14:xfrm>
              <a:off x="8506328" y="4815124"/>
              <a:ext cx="212760" cy="166320"/>
            </p14:xfrm>
          </p:contentPart>
        </mc:Choice>
        <mc:Fallback xmlns="">
          <p:pic>
            <p:nvPicPr>
              <p:cNvPr id="44" name="Encre 43">
                <a:extLst>
                  <a:ext uri="{FF2B5EF4-FFF2-40B4-BE49-F238E27FC236}">
                    <a16:creationId xmlns:a16="http://schemas.microsoft.com/office/drawing/2014/main" id="{A9CA7F97-A2F0-DF08-B91D-7783425AB97A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8496968" y="4805764"/>
                <a:ext cx="231480" cy="185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45" name="Encre 44">
                <a:extLst>
                  <a:ext uri="{FF2B5EF4-FFF2-40B4-BE49-F238E27FC236}">
                    <a16:creationId xmlns:a16="http://schemas.microsoft.com/office/drawing/2014/main" id="{825E3E2B-31EF-A8B2-1A6E-E4BAAA956346}"/>
                  </a:ext>
                </a:extLst>
              </p14:cNvPr>
              <p14:cNvContentPartPr/>
              <p14:nvPr/>
            </p14:nvContentPartPr>
            <p14:xfrm flipH="1">
              <a:off x="8939238" y="4819730"/>
              <a:ext cx="212760" cy="166320"/>
            </p14:xfrm>
          </p:contentPart>
        </mc:Choice>
        <mc:Fallback xmlns="">
          <p:pic>
            <p:nvPicPr>
              <p:cNvPr id="45" name="Encre 44">
                <a:extLst>
                  <a:ext uri="{FF2B5EF4-FFF2-40B4-BE49-F238E27FC236}">
                    <a16:creationId xmlns:a16="http://schemas.microsoft.com/office/drawing/2014/main" id="{825E3E2B-31EF-A8B2-1A6E-E4BAAA956346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 flipH="1">
                <a:off x="8929878" y="4810370"/>
                <a:ext cx="231480" cy="185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10987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0540261-3EDA-127D-6809-9FB391C18CD2}"/>
              </a:ext>
            </a:extLst>
          </p:cNvPr>
          <p:cNvSpPr txBox="1"/>
          <p:nvPr/>
        </p:nvSpPr>
        <p:spPr>
          <a:xfrm>
            <a:off x="326612" y="841307"/>
            <a:ext cx="5459283" cy="1200329"/>
          </a:xfrm>
          <a:prstGeom prst="rect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 err="1"/>
              <a:t>Observateur</a:t>
            </a:r>
            <a:r>
              <a:rPr lang="en-US" dirty="0"/>
              <a:t>:</a:t>
            </a:r>
          </a:p>
          <a:p>
            <a:endParaRPr lang="en-US" dirty="0"/>
          </a:p>
          <a:p>
            <a:r>
              <a:rPr lang="en-US" dirty="0"/>
              <a:t>Participant(s) : </a:t>
            </a:r>
          </a:p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44325E6-AA3B-9C17-B576-3764C8211202}"/>
              </a:ext>
            </a:extLst>
          </p:cNvPr>
          <p:cNvSpPr txBox="1"/>
          <p:nvPr/>
        </p:nvSpPr>
        <p:spPr>
          <a:xfrm>
            <a:off x="6066216" y="839809"/>
            <a:ext cx="5736374" cy="1200329"/>
          </a:xfrm>
          <a:prstGeom prst="rect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Lieu: </a:t>
            </a:r>
          </a:p>
          <a:p>
            <a:endParaRPr lang="en-US" dirty="0"/>
          </a:p>
          <a:p>
            <a:r>
              <a:rPr lang="en-US" dirty="0"/>
              <a:t>Date-Heure :</a:t>
            </a:r>
          </a:p>
          <a:p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5BEA0B0-9AAE-ED71-B8A1-5B455253926F}"/>
              </a:ext>
            </a:extLst>
          </p:cNvPr>
          <p:cNvSpPr txBox="1"/>
          <p:nvPr/>
        </p:nvSpPr>
        <p:spPr>
          <a:xfrm>
            <a:off x="326612" y="189741"/>
            <a:ext cx="11512112" cy="461665"/>
          </a:xfrm>
          <a:prstGeom prst="rect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dirty="0" err="1"/>
              <a:t>Projet</a:t>
            </a:r>
            <a:r>
              <a:rPr lang="en-US" sz="2400" dirty="0"/>
              <a:t> :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84DB910-21E7-30D0-9B1F-994D59C6FB55}"/>
              </a:ext>
            </a:extLst>
          </p:cNvPr>
          <p:cNvSpPr txBox="1"/>
          <p:nvPr/>
        </p:nvSpPr>
        <p:spPr>
          <a:xfrm>
            <a:off x="326612" y="2299045"/>
            <a:ext cx="11511610" cy="400110"/>
          </a:xfrm>
          <a:prstGeom prst="rect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err="1"/>
              <a:t>Séquence</a:t>
            </a:r>
            <a:r>
              <a:rPr lang="en-US" sz="2000" dirty="0"/>
              <a:t> </a:t>
            </a:r>
            <a:r>
              <a:rPr lang="en-US" sz="2000" err="1"/>
              <a:t>observée</a:t>
            </a:r>
            <a:r>
              <a:rPr lang="en-US" sz="2000" dirty="0"/>
              <a:t> 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5230D59-0CA6-1C5D-EE28-C79DDEBF2554}"/>
              </a:ext>
            </a:extLst>
          </p:cNvPr>
          <p:cNvSpPr txBox="1"/>
          <p:nvPr/>
        </p:nvSpPr>
        <p:spPr>
          <a:xfrm>
            <a:off x="326612" y="2893512"/>
            <a:ext cx="2581454" cy="3693319"/>
          </a:xfrm>
          <a:prstGeom prst="rect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Environnement :</a:t>
            </a:r>
          </a:p>
          <a:p>
            <a:pPr marL="285750" indent="-285750">
              <a:buFont typeface="Arial"/>
              <a:buChar char="•"/>
            </a:pPr>
            <a:endParaRPr lang="en-US" dirty="0"/>
          </a:p>
          <a:p>
            <a:pPr marL="285750" indent="-285750">
              <a:buFont typeface="Arial"/>
              <a:buChar char="•"/>
            </a:pPr>
            <a:endParaRPr lang="en-US" dirty="0"/>
          </a:p>
          <a:p>
            <a:pPr marL="285750" indent="-285750">
              <a:buFont typeface="Arial"/>
              <a:buChar char="•"/>
            </a:pPr>
            <a:endParaRPr lang="en-US" dirty="0"/>
          </a:p>
          <a:p>
            <a:pPr marL="285750" indent="-285750">
              <a:buFont typeface="Arial"/>
              <a:buChar char="•"/>
            </a:pPr>
            <a:endParaRPr lang="en-US" dirty="0"/>
          </a:p>
          <a:p>
            <a:pPr marL="285750" indent="-285750">
              <a:buFont typeface="Arial"/>
              <a:buChar char="•"/>
            </a:pPr>
            <a:endParaRPr lang="en-US" dirty="0"/>
          </a:p>
          <a:p>
            <a:pPr marL="285750" indent="-285750">
              <a:buFont typeface="Arial"/>
              <a:buChar char="•"/>
            </a:pPr>
            <a:endParaRPr lang="en-US" dirty="0"/>
          </a:p>
          <a:p>
            <a:pPr marL="285750" indent="-285750">
              <a:buFont typeface="Arial"/>
              <a:buChar char="•"/>
            </a:pPr>
            <a:endParaRPr lang="en-US" dirty="0"/>
          </a:p>
          <a:p>
            <a:pPr marL="285750" indent="-285750">
              <a:buFont typeface="Arial"/>
              <a:buChar char="•"/>
            </a:pPr>
            <a:endParaRPr lang="en-US" dirty="0"/>
          </a:p>
          <a:p>
            <a:pPr marL="285750" indent="-285750">
              <a:buFont typeface="Arial"/>
              <a:buChar char="•"/>
            </a:pPr>
            <a:endParaRPr lang="en-US" dirty="0"/>
          </a:p>
          <a:p>
            <a:pPr marL="285750" indent="-285750">
              <a:buFont typeface="Arial"/>
              <a:buChar char="•"/>
            </a:pPr>
            <a:endParaRPr lang="en-US" dirty="0"/>
          </a:p>
          <a:p>
            <a:pPr marL="285750" indent="-285750">
              <a:buFont typeface="Arial"/>
              <a:buChar char="•"/>
            </a:pPr>
            <a:endParaRPr lang="en-US" dirty="0"/>
          </a:p>
          <a:p>
            <a:pPr marL="285750" indent="-285750">
              <a:buFont typeface="Arial"/>
              <a:buChar char="•"/>
            </a:pPr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AB39A57-B8A9-094C-77D8-D5DE6C01807F}"/>
              </a:ext>
            </a:extLst>
          </p:cNvPr>
          <p:cNvSpPr txBox="1"/>
          <p:nvPr/>
        </p:nvSpPr>
        <p:spPr>
          <a:xfrm>
            <a:off x="3190889" y="2893512"/>
            <a:ext cx="2593000" cy="3693319"/>
          </a:xfrm>
          <a:prstGeom prst="rect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 err="1"/>
              <a:t>Acteur</a:t>
            </a:r>
            <a:r>
              <a:rPr lang="en-US" dirty="0"/>
              <a:t>(s):</a:t>
            </a:r>
          </a:p>
          <a:p>
            <a:pPr marL="285750" indent="-285750">
              <a:buFont typeface="Arial"/>
              <a:buChar char="•"/>
            </a:pPr>
            <a:endParaRPr lang="en-US" dirty="0"/>
          </a:p>
          <a:p>
            <a:pPr marL="285750" indent="-285750">
              <a:buFont typeface="Arial"/>
              <a:buChar char="•"/>
            </a:pPr>
            <a:endParaRPr lang="en-US" dirty="0"/>
          </a:p>
          <a:p>
            <a:pPr marL="285750" indent="-285750">
              <a:buFont typeface="Arial"/>
              <a:buChar char="•"/>
            </a:pPr>
            <a:endParaRPr lang="en-US" dirty="0"/>
          </a:p>
          <a:p>
            <a:pPr marL="285750" indent="-285750">
              <a:buFont typeface="Arial"/>
              <a:buChar char="•"/>
            </a:pPr>
            <a:endParaRPr lang="en-US" dirty="0"/>
          </a:p>
          <a:p>
            <a:pPr marL="285750" indent="-285750">
              <a:buFont typeface="Arial"/>
              <a:buChar char="•"/>
            </a:pPr>
            <a:endParaRPr lang="en-US" dirty="0"/>
          </a:p>
          <a:p>
            <a:pPr marL="285750" indent="-285750">
              <a:buFont typeface="Arial"/>
              <a:buChar char="•"/>
            </a:pPr>
            <a:endParaRPr lang="en-US" dirty="0"/>
          </a:p>
          <a:p>
            <a:pPr marL="285750" indent="-285750">
              <a:buFont typeface="Arial"/>
              <a:buChar char="•"/>
            </a:pPr>
            <a:endParaRPr lang="en-US" dirty="0"/>
          </a:p>
          <a:p>
            <a:pPr marL="285750" indent="-285750">
              <a:buFont typeface="Arial"/>
              <a:buChar char="•"/>
            </a:pPr>
            <a:endParaRPr lang="en-US" dirty="0"/>
          </a:p>
          <a:p>
            <a:pPr marL="285750" indent="-285750">
              <a:buFont typeface="Arial"/>
              <a:buChar char="•"/>
            </a:pPr>
            <a:endParaRPr lang="en-US" dirty="0"/>
          </a:p>
          <a:p>
            <a:pPr marL="285750" indent="-285750">
              <a:buFont typeface="Arial"/>
              <a:buChar char="•"/>
            </a:pPr>
            <a:endParaRPr lang="en-US" dirty="0"/>
          </a:p>
          <a:p>
            <a:pPr marL="285750" indent="-285750">
              <a:buFont typeface="Arial"/>
              <a:buChar char="•"/>
            </a:pPr>
            <a:endParaRPr lang="en-US" dirty="0"/>
          </a:p>
          <a:p>
            <a:pPr marL="285750" indent="-285750">
              <a:buFont typeface="Arial"/>
              <a:buChar char="•"/>
            </a:pP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DB38AE2-0693-9324-3DC2-D80212EB73FF}"/>
              </a:ext>
            </a:extLst>
          </p:cNvPr>
          <p:cNvSpPr txBox="1"/>
          <p:nvPr/>
        </p:nvSpPr>
        <p:spPr>
          <a:xfrm>
            <a:off x="6077253" y="2893512"/>
            <a:ext cx="2708454" cy="3693319"/>
          </a:xfrm>
          <a:prstGeom prst="rect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 err="1"/>
              <a:t>Objets</a:t>
            </a:r>
            <a:r>
              <a:rPr lang="en-US" dirty="0"/>
              <a:t> </a:t>
            </a:r>
            <a:r>
              <a:rPr lang="en-US" dirty="0" err="1"/>
              <a:t>ou</a:t>
            </a:r>
            <a:r>
              <a:rPr lang="en-US" dirty="0"/>
              <a:t> artefacts:</a:t>
            </a:r>
          </a:p>
          <a:p>
            <a:pPr marL="285750" indent="-285750">
              <a:buFont typeface="Arial"/>
              <a:buChar char="•"/>
            </a:pPr>
            <a:endParaRPr lang="en-US" dirty="0"/>
          </a:p>
          <a:p>
            <a:pPr marL="285750" indent="-285750">
              <a:buFont typeface="Arial"/>
              <a:buChar char="•"/>
            </a:pPr>
            <a:endParaRPr lang="en-US" dirty="0"/>
          </a:p>
          <a:p>
            <a:pPr marL="285750" indent="-285750">
              <a:buFont typeface="Arial"/>
              <a:buChar char="•"/>
            </a:pPr>
            <a:endParaRPr lang="en-US" dirty="0"/>
          </a:p>
          <a:p>
            <a:pPr marL="285750" indent="-285750">
              <a:buFont typeface="Arial"/>
              <a:buChar char="•"/>
            </a:pPr>
            <a:endParaRPr lang="en-US" dirty="0"/>
          </a:p>
          <a:p>
            <a:pPr marL="285750" indent="-285750">
              <a:buFont typeface="Arial"/>
              <a:buChar char="•"/>
            </a:pPr>
            <a:endParaRPr lang="en-US" dirty="0"/>
          </a:p>
          <a:p>
            <a:pPr marL="285750" indent="-285750">
              <a:buFont typeface="Arial"/>
              <a:buChar char="•"/>
            </a:pPr>
            <a:endParaRPr lang="en-US" dirty="0"/>
          </a:p>
          <a:p>
            <a:pPr marL="285750" indent="-285750">
              <a:buFont typeface="Arial"/>
              <a:buChar char="•"/>
            </a:pPr>
            <a:endParaRPr lang="en-US" dirty="0"/>
          </a:p>
          <a:p>
            <a:pPr marL="285750" indent="-285750">
              <a:buFont typeface="Arial"/>
              <a:buChar char="•"/>
            </a:pPr>
            <a:endParaRPr lang="en-US" dirty="0"/>
          </a:p>
          <a:p>
            <a:pPr marL="285750" indent="-285750">
              <a:buFont typeface="Arial"/>
              <a:buChar char="•"/>
            </a:pPr>
            <a:endParaRPr lang="en-US" dirty="0"/>
          </a:p>
          <a:p>
            <a:pPr marL="285750" indent="-285750">
              <a:buFont typeface="Arial"/>
              <a:buChar char="•"/>
            </a:pPr>
            <a:endParaRPr lang="en-US" dirty="0"/>
          </a:p>
          <a:p>
            <a:pPr marL="285750" indent="-285750">
              <a:buFont typeface="Arial"/>
              <a:buChar char="•"/>
            </a:pPr>
            <a:endParaRPr lang="en-US" dirty="0"/>
          </a:p>
          <a:p>
            <a:pPr marL="285750" indent="-285750">
              <a:buFont typeface="Arial"/>
              <a:buChar char="•"/>
            </a:pPr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21EADAF-1B0E-16CF-E5A5-8D9142DF3B22}"/>
              </a:ext>
            </a:extLst>
          </p:cNvPr>
          <p:cNvSpPr txBox="1"/>
          <p:nvPr/>
        </p:nvSpPr>
        <p:spPr>
          <a:xfrm>
            <a:off x="9090615" y="2893512"/>
            <a:ext cx="2708454" cy="3693319"/>
          </a:xfrm>
          <a:prstGeom prst="rect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But(s):</a:t>
            </a:r>
          </a:p>
          <a:p>
            <a:pPr marL="285750" indent="-285750">
              <a:buFont typeface="Arial"/>
              <a:buChar char="•"/>
            </a:pPr>
            <a:endParaRPr lang="en-US" dirty="0"/>
          </a:p>
          <a:p>
            <a:pPr marL="285750" indent="-285750">
              <a:buFont typeface="Arial"/>
              <a:buChar char="•"/>
            </a:pPr>
            <a:endParaRPr lang="en-US" dirty="0"/>
          </a:p>
          <a:p>
            <a:pPr marL="285750" indent="-285750">
              <a:buFont typeface="Arial"/>
              <a:buChar char="•"/>
            </a:pPr>
            <a:endParaRPr lang="en-US" dirty="0"/>
          </a:p>
          <a:p>
            <a:pPr marL="285750" indent="-285750">
              <a:buFont typeface="Arial"/>
              <a:buChar char="•"/>
            </a:pPr>
            <a:endParaRPr lang="en-US" dirty="0"/>
          </a:p>
          <a:p>
            <a:pPr marL="285750" indent="-285750">
              <a:buFont typeface="Arial"/>
              <a:buChar char="•"/>
            </a:pPr>
            <a:endParaRPr lang="en-US" dirty="0"/>
          </a:p>
          <a:p>
            <a:pPr marL="285750" indent="-285750">
              <a:buFont typeface="Arial"/>
              <a:buChar char="•"/>
            </a:pPr>
            <a:endParaRPr lang="en-US" dirty="0"/>
          </a:p>
          <a:p>
            <a:pPr marL="285750" indent="-285750">
              <a:buFont typeface="Arial"/>
              <a:buChar char="•"/>
            </a:pPr>
            <a:endParaRPr lang="en-US" dirty="0"/>
          </a:p>
          <a:p>
            <a:pPr marL="285750" indent="-285750">
              <a:buFont typeface="Arial"/>
              <a:buChar char="•"/>
            </a:pPr>
            <a:endParaRPr lang="en-US" dirty="0"/>
          </a:p>
          <a:p>
            <a:pPr marL="285750" indent="-285750">
              <a:buFont typeface="Arial"/>
              <a:buChar char="•"/>
            </a:pPr>
            <a:endParaRPr lang="en-US" dirty="0"/>
          </a:p>
          <a:p>
            <a:pPr marL="285750" indent="-285750">
              <a:buFont typeface="Arial"/>
              <a:buChar char="•"/>
            </a:pPr>
            <a:endParaRPr lang="en-US" dirty="0"/>
          </a:p>
          <a:p>
            <a:pPr marL="285750" indent="-285750">
              <a:buFont typeface="Arial"/>
              <a:buChar char="•"/>
            </a:pPr>
            <a:endParaRPr lang="en-US" dirty="0"/>
          </a:p>
          <a:p>
            <a:pPr marL="285750" indent="-285750">
              <a:buFont typeface="Arial"/>
              <a:buChar char="•"/>
            </a:pPr>
            <a:endParaRPr lang="en-US" dirty="0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8E1DBFDA-CDCE-A153-B8EC-848EC9372D74}"/>
              </a:ext>
            </a:extLst>
          </p:cNvPr>
          <p:cNvSpPr txBox="1"/>
          <p:nvPr/>
        </p:nvSpPr>
        <p:spPr>
          <a:xfrm>
            <a:off x="3048000" y="6605428"/>
            <a:ext cx="6096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000" dirty="0"/>
              <a:t>Cc-by-sa by </a:t>
            </a:r>
            <a:r>
              <a:rPr lang="fr-FR" sz="1000" dirty="0" err="1"/>
              <a:t>zabellemotte</a:t>
            </a:r>
            <a:r>
              <a:rPr lang="fr-FR" sz="10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7840890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au 1">
            <a:extLst>
              <a:ext uri="{FF2B5EF4-FFF2-40B4-BE49-F238E27FC236}">
                <a16:creationId xmlns:a16="http://schemas.microsoft.com/office/drawing/2014/main" id="{4343DAA7-A6B7-6EED-21D4-84CAEC5177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683165"/>
              </p:ext>
            </p:extLst>
          </p:nvPr>
        </p:nvGraphicFramePr>
        <p:xfrm>
          <a:off x="407505" y="327991"/>
          <a:ext cx="11300790" cy="607923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719469">
                  <a:extLst>
                    <a:ext uri="{9D8B030D-6E8A-4147-A177-3AD203B41FA5}">
                      <a16:colId xmlns:a16="http://schemas.microsoft.com/office/drawing/2014/main" val="3628197141"/>
                    </a:ext>
                  </a:extLst>
                </a:gridCol>
                <a:gridCol w="1013791">
                  <a:extLst>
                    <a:ext uri="{9D8B030D-6E8A-4147-A177-3AD203B41FA5}">
                      <a16:colId xmlns:a16="http://schemas.microsoft.com/office/drawing/2014/main" val="1998581739"/>
                    </a:ext>
                  </a:extLst>
                </a:gridCol>
                <a:gridCol w="4462670">
                  <a:extLst>
                    <a:ext uri="{9D8B030D-6E8A-4147-A177-3AD203B41FA5}">
                      <a16:colId xmlns:a16="http://schemas.microsoft.com/office/drawing/2014/main" val="2271034252"/>
                    </a:ext>
                  </a:extLst>
                </a:gridCol>
                <a:gridCol w="2206487">
                  <a:extLst>
                    <a:ext uri="{9D8B030D-6E8A-4147-A177-3AD203B41FA5}">
                      <a16:colId xmlns:a16="http://schemas.microsoft.com/office/drawing/2014/main" val="1143446003"/>
                    </a:ext>
                  </a:extLst>
                </a:gridCol>
                <a:gridCol w="1898373">
                  <a:extLst>
                    <a:ext uri="{9D8B030D-6E8A-4147-A177-3AD203B41FA5}">
                      <a16:colId xmlns:a16="http://schemas.microsoft.com/office/drawing/2014/main" val="1686971746"/>
                    </a:ext>
                  </a:extLst>
                </a:gridCol>
              </a:tblGrid>
              <a:tr h="501398">
                <a:tc>
                  <a:txBody>
                    <a:bodyPr/>
                    <a:lstStyle/>
                    <a:p>
                      <a:pPr algn="ctr"/>
                      <a:r>
                        <a:rPr lang="fr-BE" dirty="0"/>
                        <a:t>Activité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dirty="0"/>
                        <a:t>Timing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dirty="0"/>
                        <a:t>Actions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dirty="0"/>
                        <a:t>Evènement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dirty="0"/>
                        <a:t>Ressenti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6328201"/>
                  </a:ext>
                </a:extLst>
              </a:tr>
              <a:tr h="501398">
                <a:tc>
                  <a:txBody>
                    <a:bodyPr/>
                    <a:lstStyle/>
                    <a:p>
                      <a:endParaRPr lang="fr-BE" dirty="0"/>
                    </a:p>
                    <a:p>
                      <a:endParaRPr lang="fr-BE" dirty="0"/>
                    </a:p>
                    <a:p>
                      <a:endParaRPr lang="fr-BE" dirty="0"/>
                    </a:p>
                    <a:p>
                      <a:endParaRPr lang="fr-BE" dirty="0"/>
                    </a:p>
                    <a:p>
                      <a:endParaRPr lang="fr-BE" dirty="0"/>
                    </a:p>
                    <a:p>
                      <a:endParaRPr lang="fr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B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fr-BE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fr-BE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fr-BE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fr-BE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fr-BE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fr-BE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fr-BE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fr-BE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fr-BE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fr-BE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fr-BE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fr-BE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fr-BE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fr-BE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fr-BE" dirty="0"/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fr-BE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fr-BE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fr-BE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fr-BE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fr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B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00943396"/>
                  </a:ext>
                </a:extLst>
              </a:tr>
            </a:tbl>
          </a:graphicData>
        </a:graphic>
      </p:graphicFrame>
      <p:sp>
        <p:nvSpPr>
          <p:cNvPr id="3" name="ZoneTexte 2">
            <a:extLst>
              <a:ext uri="{FF2B5EF4-FFF2-40B4-BE49-F238E27FC236}">
                <a16:creationId xmlns:a16="http://schemas.microsoft.com/office/drawing/2014/main" id="{FEFBDA3A-0538-E57C-5BE2-204C3B3F7D5A}"/>
              </a:ext>
            </a:extLst>
          </p:cNvPr>
          <p:cNvSpPr txBox="1"/>
          <p:nvPr/>
        </p:nvSpPr>
        <p:spPr>
          <a:xfrm>
            <a:off x="3048000" y="6605428"/>
            <a:ext cx="6096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000" dirty="0"/>
              <a:t>Cc-by-sa by </a:t>
            </a:r>
            <a:r>
              <a:rPr lang="fr-FR" sz="1000" dirty="0" err="1"/>
              <a:t>zabellemotte</a:t>
            </a:r>
            <a:r>
              <a:rPr lang="fr-FR" sz="10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0329232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107D09-1FD6-97DC-67C2-3607954524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au 1">
            <a:extLst>
              <a:ext uri="{FF2B5EF4-FFF2-40B4-BE49-F238E27FC236}">
                <a16:creationId xmlns:a16="http://schemas.microsoft.com/office/drawing/2014/main" id="{8AE15237-76D6-DC94-709F-717043CC5895}"/>
              </a:ext>
            </a:extLst>
          </p:cNvPr>
          <p:cNvGraphicFramePr>
            <a:graphicFrameLocks noGrp="1"/>
          </p:cNvGraphicFramePr>
          <p:nvPr/>
        </p:nvGraphicFramePr>
        <p:xfrm>
          <a:off x="407505" y="327991"/>
          <a:ext cx="11300790" cy="607923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719469">
                  <a:extLst>
                    <a:ext uri="{9D8B030D-6E8A-4147-A177-3AD203B41FA5}">
                      <a16:colId xmlns:a16="http://schemas.microsoft.com/office/drawing/2014/main" val="3628197141"/>
                    </a:ext>
                  </a:extLst>
                </a:gridCol>
                <a:gridCol w="1013791">
                  <a:extLst>
                    <a:ext uri="{9D8B030D-6E8A-4147-A177-3AD203B41FA5}">
                      <a16:colId xmlns:a16="http://schemas.microsoft.com/office/drawing/2014/main" val="1998581739"/>
                    </a:ext>
                  </a:extLst>
                </a:gridCol>
                <a:gridCol w="4462670">
                  <a:extLst>
                    <a:ext uri="{9D8B030D-6E8A-4147-A177-3AD203B41FA5}">
                      <a16:colId xmlns:a16="http://schemas.microsoft.com/office/drawing/2014/main" val="2271034252"/>
                    </a:ext>
                  </a:extLst>
                </a:gridCol>
                <a:gridCol w="2206487">
                  <a:extLst>
                    <a:ext uri="{9D8B030D-6E8A-4147-A177-3AD203B41FA5}">
                      <a16:colId xmlns:a16="http://schemas.microsoft.com/office/drawing/2014/main" val="1143446003"/>
                    </a:ext>
                  </a:extLst>
                </a:gridCol>
                <a:gridCol w="1898373">
                  <a:extLst>
                    <a:ext uri="{9D8B030D-6E8A-4147-A177-3AD203B41FA5}">
                      <a16:colId xmlns:a16="http://schemas.microsoft.com/office/drawing/2014/main" val="1686971746"/>
                    </a:ext>
                  </a:extLst>
                </a:gridCol>
              </a:tblGrid>
              <a:tr h="501398">
                <a:tc>
                  <a:txBody>
                    <a:bodyPr/>
                    <a:lstStyle/>
                    <a:p>
                      <a:pPr algn="ctr"/>
                      <a:r>
                        <a:rPr lang="fr-BE" dirty="0"/>
                        <a:t>Activité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dirty="0"/>
                        <a:t>Timing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dirty="0"/>
                        <a:t>Actions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dirty="0"/>
                        <a:t>Evènement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dirty="0"/>
                        <a:t>Ressenti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6328201"/>
                  </a:ext>
                </a:extLst>
              </a:tr>
              <a:tr h="501398">
                <a:tc>
                  <a:txBody>
                    <a:bodyPr/>
                    <a:lstStyle/>
                    <a:p>
                      <a:endParaRPr lang="fr-BE" dirty="0"/>
                    </a:p>
                    <a:p>
                      <a:endParaRPr lang="fr-BE" dirty="0"/>
                    </a:p>
                    <a:p>
                      <a:endParaRPr lang="fr-BE" dirty="0"/>
                    </a:p>
                    <a:p>
                      <a:endParaRPr lang="fr-BE" dirty="0"/>
                    </a:p>
                    <a:p>
                      <a:endParaRPr lang="fr-BE" dirty="0"/>
                    </a:p>
                    <a:p>
                      <a:endParaRPr lang="fr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B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fr-BE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fr-BE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fr-BE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fr-BE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fr-BE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fr-BE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fr-BE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fr-BE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fr-BE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fr-BE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fr-BE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fr-BE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fr-BE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fr-BE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fr-BE" dirty="0"/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fr-BE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fr-BE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fr-BE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fr-BE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fr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B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00943396"/>
                  </a:ext>
                </a:extLst>
              </a:tr>
            </a:tbl>
          </a:graphicData>
        </a:graphic>
      </p:graphicFrame>
      <p:sp>
        <p:nvSpPr>
          <p:cNvPr id="3" name="ZoneTexte 2">
            <a:extLst>
              <a:ext uri="{FF2B5EF4-FFF2-40B4-BE49-F238E27FC236}">
                <a16:creationId xmlns:a16="http://schemas.microsoft.com/office/drawing/2014/main" id="{71561072-40DC-AF01-01F4-7B5455B3B8E5}"/>
              </a:ext>
            </a:extLst>
          </p:cNvPr>
          <p:cNvSpPr txBox="1"/>
          <p:nvPr/>
        </p:nvSpPr>
        <p:spPr>
          <a:xfrm>
            <a:off x="3048000" y="6605428"/>
            <a:ext cx="6096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000" dirty="0"/>
              <a:t>Cc-by-sa by </a:t>
            </a:r>
            <a:r>
              <a:rPr lang="fr-FR" sz="1000" dirty="0" err="1"/>
              <a:t>zabellemotte</a:t>
            </a:r>
            <a:r>
              <a:rPr lang="fr-FR" sz="10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6384875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E0BFA4-2455-98D1-FF9C-71F5986747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au 1">
            <a:extLst>
              <a:ext uri="{FF2B5EF4-FFF2-40B4-BE49-F238E27FC236}">
                <a16:creationId xmlns:a16="http://schemas.microsoft.com/office/drawing/2014/main" id="{880F86BF-BEEF-667F-ECA5-9B6AC372C5E3}"/>
              </a:ext>
            </a:extLst>
          </p:cNvPr>
          <p:cNvGraphicFramePr>
            <a:graphicFrameLocks noGrp="1"/>
          </p:cNvGraphicFramePr>
          <p:nvPr/>
        </p:nvGraphicFramePr>
        <p:xfrm>
          <a:off x="407505" y="327991"/>
          <a:ext cx="11300790" cy="607923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719469">
                  <a:extLst>
                    <a:ext uri="{9D8B030D-6E8A-4147-A177-3AD203B41FA5}">
                      <a16:colId xmlns:a16="http://schemas.microsoft.com/office/drawing/2014/main" val="3628197141"/>
                    </a:ext>
                  </a:extLst>
                </a:gridCol>
                <a:gridCol w="1013791">
                  <a:extLst>
                    <a:ext uri="{9D8B030D-6E8A-4147-A177-3AD203B41FA5}">
                      <a16:colId xmlns:a16="http://schemas.microsoft.com/office/drawing/2014/main" val="1998581739"/>
                    </a:ext>
                  </a:extLst>
                </a:gridCol>
                <a:gridCol w="4462670">
                  <a:extLst>
                    <a:ext uri="{9D8B030D-6E8A-4147-A177-3AD203B41FA5}">
                      <a16:colId xmlns:a16="http://schemas.microsoft.com/office/drawing/2014/main" val="2271034252"/>
                    </a:ext>
                  </a:extLst>
                </a:gridCol>
                <a:gridCol w="2206487">
                  <a:extLst>
                    <a:ext uri="{9D8B030D-6E8A-4147-A177-3AD203B41FA5}">
                      <a16:colId xmlns:a16="http://schemas.microsoft.com/office/drawing/2014/main" val="1143446003"/>
                    </a:ext>
                  </a:extLst>
                </a:gridCol>
                <a:gridCol w="1898373">
                  <a:extLst>
                    <a:ext uri="{9D8B030D-6E8A-4147-A177-3AD203B41FA5}">
                      <a16:colId xmlns:a16="http://schemas.microsoft.com/office/drawing/2014/main" val="1686971746"/>
                    </a:ext>
                  </a:extLst>
                </a:gridCol>
              </a:tblGrid>
              <a:tr h="501398">
                <a:tc>
                  <a:txBody>
                    <a:bodyPr/>
                    <a:lstStyle/>
                    <a:p>
                      <a:pPr algn="ctr"/>
                      <a:r>
                        <a:rPr lang="fr-BE" dirty="0"/>
                        <a:t>Activité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dirty="0"/>
                        <a:t>Timing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dirty="0"/>
                        <a:t>Actions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dirty="0"/>
                        <a:t>Evènement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dirty="0"/>
                        <a:t>Ressenti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6328201"/>
                  </a:ext>
                </a:extLst>
              </a:tr>
              <a:tr h="501398">
                <a:tc>
                  <a:txBody>
                    <a:bodyPr/>
                    <a:lstStyle/>
                    <a:p>
                      <a:endParaRPr lang="fr-BE" dirty="0"/>
                    </a:p>
                    <a:p>
                      <a:endParaRPr lang="fr-BE" dirty="0"/>
                    </a:p>
                    <a:p>
                      <a:endParaRPr lang="fr-BE" dirty="0"/>
                    </a:p>
                    <a:p>
                      <a:endParaRPr lang="fr-BE" dirty="0"/>
                    </a:p>
                    <a:p>
                      <a:endParaRPr lang="fr-BE" dirty="0"/>
                    </a:p>
                    <a:p>
                      <a:endParaRPr lang="fr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B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fr-BE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fr-BE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fr-BE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fr-BE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fr-BE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fr-BE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fr-BE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fr-BE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fr-BE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fr-BE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fr-BE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fr-BE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fr-BE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fr-BE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fr-BE" dirty="0"/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fr-BE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fr-BE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fr-BE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fr-BE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fr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B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00943396"/>
                  </a:ext>
                </a:extLst>
              </a:tr>
            </a:tbl>
          </a:graphicData>
        </a:graphic>
      </p:graphicFrame>
      <p:sp>
        <p:nvSpPr>
          <p:cNvPr id="3" name="ZoneTexte 2">
            <a:extLst>
              <a:ext uri="{FF2B5EF4-FFF2-40B4-BE49-F238E27FC236}">
                <a16:creationId xmlns:a16="http://schemas.microsoft.com/office/drawing/2014/main" id="{F60AA802-DE68-ACF2-5F2B-32484D3DF41F}"/>
              </a:ext>
            </a:extLst>
          </p:cNvPr>
          <p:cNvSpPr txBox="1"/>
          <p:nvPr/>
        </p:nvSpPr>
        <p:spPr>
          <a:xfrm>
            <a:off x="3048000" y="6605428"/>
            <a:ext cx="6096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000" dirty="0"/>
              <a:t>Cc-by-sa by </a:t>
            </a:r>
            <a:r>
              <a:rPr lang="fr-FR" sz="1000" dirty="0" err="1"/>
              <a:t>zabellemotte</a:t>
            </a:r>
            <a:r>
              <a:rPr lang="fr-FR" sz="10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4047020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4822F8-4E04-7C7A-4680-37613D402A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au 1">
            <a:extLst>
              <a:ext uri="{FF2B5EF4-FFF2-40B4-BE49-F238E27FC236}">
                <a16:creationId xmlns:a16="http://schemas.microsoft.com/office/drawing/2014/main" id="{2A8363EA-7222-1FA3-7674-CDCCBE9292E8}"/>
              </a:ext>
            </a:extLst>
          </p:cNvPr>
          <p:cNvGraphicFramePr>
            <a:graphicFrameLocks noGrp="1"/>
          </p:cNvGraphicFramePr>
          <p:nvPr/>
        </p:nvGraphicFramePr>
        <p:xfrm>
          <a:off x="407505" y="327991"/>
          <a:ext cx="11300790" cy="607923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719469">
                  <a:extLst>
                    <a:ext uri="{9D8B030D-6E8A-4147-A177-3AD203B41FA5}">
                      <a16:colId xmlns:a16="http://schemas.microsoft.com/office/drawing/2014/main" val="3628197141"/>
                    </a:ext>
                  </a:extLst>
                </a:gridCol>
                <a:gridCol w="1013791">
                  <a:extLst>
                    <a:ext uri="{9D8B030D-6E8A-4147-A177-3AD203B41FA5}">
                      <a16:colId xmlns:a16="http://schemas.microsoft.com/office/drawing/2014/main" val="1998581739"/>
                    </a:ext>
                  </a:extLst>
                </a:gridCol>
                <a:gridCol w="4462670">
                  <a:extLst>
                    <a:ext uri="{9D8B030D-6E8A-4147-A177-3AD203B41FA5}">
                      <a16:colId xmlns:a16="http://schemas.microsoft.com/office/drawing/2014/main" val="2271034252"/>
                    </a:ext>
                  </a:extLst>
                </a:gridCol>
                <a:gridCol w="2206487">
                  <a:extLst>
                    <a:ext uri="{9D8B030D-6E8A-4147-A177-3AD203B41FA5}">
                      <a16:colId xmlns:a16="http://schemas.microsoft.com/office/drawing/2014/main" val="1143446003"/>
                    </a:ext>
                  </a:extLst>
                </a:gridCol>
                <a:gridCol w="1898373">
                  <a:extLst>
                    <a:ext uri="{9D8B030D-6E8A-4147-A177-3AD203B41FA5}">
                      <a16:colId xmlns:a16="http://schemas.microsoft.com/office/drawing/2014/main" val="1686971746"/>
                    </a:ext>
                  </a:extLst>
                </a:gridCol>
              </a:tblGrid>
              <a:tr h="501398">
                <a:tc>
                  <a:txBody>
                    <a:bodyPr/>
                    <a:lstStyle/>
                    <a:p>
                      <a:pPr algn="ctr"/>
                      <a:r>
                        <a:rPr lang="fr-BE" dirty="0"/>
                        <a:t>Activité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dirty="0"/>
                        <a:t>Timing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dirty="0"/>
                        <a:t>Actions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dirty="0"/>
                        <a:t>Evènement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dirty="0"/>
                        <a:t>Ressenti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6328201"/>
                  </a:ext>
                </a:extLst>
              </a:tr>
              <a:tr h="501398">
                <a:tc>
                  <a:txBody>
                    <a:bodyPr/>
                    <a:lstStyle/>
                    <a:p>
                      <a:endParaRPr lang="fr-BE" dirty="0"/>
                    </a:p>
                    <a:p>
                      <a:endParaRPr lang="fr-BE" dirty="0"/>
                    </a:p>
                    <a:p>
                      <a:endParaRPr lang="fr-BE" dirty="0"/>
                    </a:p>
                    <a:p>
                      <a:endParaRPr lang="fr-BE" dirty="0"/>
                    </a:p>
                    <a:p>
                      <a:endParaRPr lang="fr-BE" dirty="0"/>
                    </a:p>
                    <a:p>
                      <a:endParaRPr lang="fr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B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fr-BE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fr-BE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fr-BE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fr-BE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fr-BE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fr-BE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fr-BE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fr-BE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fr-BE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fr-BE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fr-BE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fr-BE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fr-BE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fr-BE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fr-BE" dirty="0"/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fr-BE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fr-BE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fr-BE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fr-BE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fr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B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00943396"/>
                  </a:ext>
                </a:extLst>
              </a:tr>
            </a:tbl>
          </a:graphicData>
        </a:graphic>
      </p:graphicFrame>
      <p:sp>
        <p:nvSpPr>
          <p:cNvPr id="3" name="ZoneTexte 2">
            <a:extLst>
              <a:ext uri="{FF2B5EF4-FFF2-40B4-BE49-F238E27FC236}">
                <a16:creationId xmlns:a16="http://schemas.microsoft.com/office/drawing/2014/main" id="{9CD38960-CF9A-26D1-F1FD-68597F9EC575}"/>
              </a:ext>
            </a:extLst>
          </p:cNvPr>
          <p:cNvSpPr txBox="1"/>
          <p:nvPr/>
        </p:nvSpPr>
        <p:spPr>
          <a:xfrm>
            <a:off x="3048000" y="6605428"/>
            <a:ext cx="6096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000" dirty="0"/>
              <a:t>Cc-by-sa by </a:t>
            </a:r>
            <a:r>
              <a:rPr lang="fr-FR" sz="1000" dirty="0" err="1"/>
              <a:t>zabellemotte</a:t>
            </a:r>
            <a:r>
              <a:rPr lang="fr-FR" sz="10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915294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7479FA-BC41-517C-D17A-3F7DB53E9C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au 1">
            <a:extLst>
              <a:ext uri="{FF2B5EF4-FFF2-40B4-BE49-F238E27FC236}">
                <a16:creationId xmlns:a16="http://schemas.microsoft.com/office/drawing/2014/main" id="{A5246F5F-620E-FAF4-B978-24F1089CC406}"/>
              </a:ext>
            </a:extLst>
          </p:cNvPr>
          <p:cNvGraphicFramePr>
            <a:graphicFrameLocks noGrp="1"/>
          </p:cNvGraphicFramePr>
          <p:nvPr/>
        </p:nvGraphicFramePr>
        <p:xfrm>
          <a:off x="407505" y="327991"/>
          <a:ext cx="11300790" cy="607923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719469">
                  <a:extLst>
                    <a:ext uri="{9D8B030D-6E8A-4147-A177-3AD203B41FA5}">
                      <a16:colId xmlns:a16="http://schemas.microsoft.com/office/drawing/2014/main" val="3628197141"/>
                    </a:ext>
                  </a:extLst>
                </a:gridCol>
                <a:gridCol w="1013791">
                  <a:extLst>
                    <a:ext uri="{9D8B030D-6E8A-4147-A177-3AD203B41FA5}">
                      <a16:colId xmlns:a16="http://schemas.microsoft.com/office/drawing/2014/main" val="1998581739"/>
                    </a:ext>
                  </a:extLst>
                </a:gridCol>
                <a:gridCol w="4462670">
                  <a:extLst>
                    <a:ext uri="{9D8B030D-6E8A-4147-A177-3AD203B41FA5}">
                      <a16:colId xmlns:a16="http://schemas.microsoft.com/office/drawing/2014/main" val="2271034252"/>
                    </a:ext>
                  </a:extLst>
                </a:gridCol>
                <a:gridCol w="2206487">
                  <a:extLst>
                    <a:ext uri="{9D8B030D-6E8A-4147-A177-3AD203B41FA5}">
                      <a16:colId xmlns:a16="http://schemas.microsoft.com/office/drawing/2014/main" val="1143446003"/>
                    </a:ext>
                  </a:extLst>
                </a:gridCol>
                <a:gridCol w="1898373">
                  <a:extLst>
                    <a:ext uri="{9D8B030D-6E8A-4147-A177-3AD203B41FA5}">
                      <a16:colId xmlns:a16="http://schemas.microsoft.com/office/drawing/2014/main" val="1686971746"/>
                    </a:ext>
                  </a:extLst>
                </a:gridCol>
              </a:tblGrid>
              <a:tr h="501398">
                <a:tc>
                  <a:txBody>
                    <a:bodyPr/>
                    <a:lstStyle/>
                    <a:p>
                      <a:pPr algn="ctr"/>
                      <a:r>
                        <a:rPr lang="fr-BE" dirty="0"/>
                        <a:t>Activité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dirty="0"/>
                        <a:t>Timing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dirty="0"/>
                        <a:t>Actions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dirty="0"/>
                        <a:t>Evènement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dirty="0"/>
                        <a:t>Ressenti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6328201"/>
                  </a:ext>
                </a:extLst>
              </a:tr>
              <a:tr h="501398">
                <a:tc>
                  <a:txBody>
                    <a:bodyPr/>
                    <a:lstStyle/>
                    <a:p>
                      <a:endParaRPr lang="fr-BE" dirty="0"/>
                    </a:p>
                    <a:p>
                      <a:endParaRPr lang="fr-BE" dirty="0"/>
                    </a:p>
                    <a:p>
                      <a:endParaRPr lang="fr-BE" dirty="0"/>
                    </a:p>
                    <a:p>
                      <a:endParaRPr lang="fr-BE" dirty="0"/>
                    </a:p>
                    <a:p>
                      <a:endParaRPr lang="fr-BE" dirty="0"/>
                    </a:p>
                    <a:p>
                      <a:endParaRPr lang="fr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B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fr-BE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fr-BE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fr-BE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fr-BE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fr-BE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fr-BE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fr-BE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fr-BE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fr-BE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fr-BE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fr-BE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fr-BE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fr-BE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fr-BE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fr-BE" dirty="0"/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fr-BE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fr-BE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fr-BE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fr-BE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fr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B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00943396"/>
                  </a:ext>
                </a:extLst>
              </a:tr>
            </a:tbl>
          </a:graphicData>
        </a:graphic>
      </p:graphicFrame>
      <p:sp>
        <p:nvSpPr>
          <p:cNvPr id="3" name="ZoneTexte 2">
            <a:extLst>
              <a:ext uri="{FF2B5EF4-FFF2-40B4-BE49-F238E27FC236}">
                <a16:creationId xmlns:a16="http://schemas.microsoft.com/office/drawing/2014/main" id="{AA67B8B9-7C31-3947-44DA-83F1FD14A8C9}"/>
              </a:ext>
            </a:extLst>
          </p:cNvPr>
          <p:cNvSpPr txBox="1"/>
          <p:nvPr/>
        </p:nvSpPr>
        <p:spPr>
          <a:xfrm>
            <a:off x="3048000" y="6605428"/>
            <a:ext cx="6096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000" dirty="0"/>
              <a:t>Cc-by-sa by </a:t>
            </a:r>
            <a:r>
              <a:rPr lang="fr-FR" sz="1000" dirty="0" err="1"/>
              <a:t>zabellemotte</a:t>
            </a:r>
            <a:r>
              <a:rPr lang="fr-FR" sz="10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4553536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945672-8D94-05A9-C38F-1041DADE44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au 1">
            <a:extLst>
              <a:ext uri="{FF2B5EF4-FFF2-40B4-BE49-F238E27FC236}">
                <a16:creationId xmlns:a16="http://schemas.microsoft.com/office/drawing/2014/main" id="{08E8403A-4FB6-731C-48A9-FA2BFBCA6A44}"/>
              </a:ext>
            </a:extLst>
          </p:cNvPr>
          <p:cNvGraphicFramePr>
            <a:graphicFrameLocks noGrp="1"/>
          </p:cNvGraphicFramePr>
          <p:nvPr/>
        </p:nvGraphicFramePr>
        <p:xfrm>
          <a:off x="407505" y="327991"/>
          <a:ext cx="11300790" cy="607923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719469">
                  <a:extLst>
                    <a:ext uri="{9D8B030D-6E8A-4147-A177-3AD203B41FA5}">
                      <a16:colId xmlns:a16="http://schemas.microsoft.com/office/drawing/2014/main" val="3628197141"/>
                    </a:ext>
                  </a:extLst>
                </a:gridCol>
                <a:gridCol w="1013791">
                  <a:extLst>
                    <a:ext uri="{9D8B030D-6E8A-4147-A177-3AD203B41FA5}">
                      <a16:colId xmlns:a16="http://schemas.microsoft.com/office/drawing/2014/main" val="1998581739"/>
                    </a:ext>
                  </a:extLst>
                </a:gridCol>
                <a:gridCol w="4462670">
                  <a:extLst>
                    <a:ext uri="{9D8B030D-6E8A-4147-A177-3AD203B41FA5}">
                      <a16:colId xmlns:a16="http://schemas.microsoft.com/office/drawing/2014/main" val="2271034252"/>
                    </a:ext>
                  </a:extLst>
                </a:gridCol>
                <a:gridCol w="2206487">
                  <a:extLst>
                    <a:ext uri="{9D8B030D-6E8A-4147-A177-3AD203B41FA5}">
                      <a16:colId xmlns:a16="http://schemas.microsoft.com/office/drawing/2014/main" val="1143446003"/>
                    </a:ext>
                  </a:extLst>
                </a:gridCol>
                <a:gridCol w="1898373">
                  <a:extLst>
                    <a:ext uri="{9D8B030D-6E8A-4147-A177-3AD203B41FA5}">
                      <a16:colId xmlns:a16="http://schemas.microsoft.com/office/drawing/2014/main" val="1686971746"/>
                    </a:ext>
                  </a:extLst>
                </a:gridCol>
              </a:tblGrid>
              <a:tr h="501398">
                <a:tc>
                  <a:txBody>
                    <a:bodyPr/>
                    <a:lstStyle/>
                    <a:p>
                      <a:pPr algn="ctr"/>
                      <a:r>
                        <a:rPr lang="fr-BE" dirty="0"/>
                        <a:t>Activité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dirty="0"/>
                        <a:t>Timing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dirty="0"/>
                        <a:t>Actions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dirty="0"/>
                        <a:t>Evènement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dirty="0"/>
                        <a:t>Ressenti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6328201"/>
                  </a:ext>
                </a:extLst>
              </a:tr>
              <a:tr h="501398">
                <a:tc>
                  <a:txBody>
                    <a:bodyPr/>
                    <a:lstStyle/>
                    <a:p>
                      <a:endParaRPr lang="fr-BE" dirty="0"/>
                    </a:p>
                    <a:p>
                      <a:endParaRPr lang="fr-BE" dirty="0"/>
                    </a:p>
                    <a:p>
                      <a:endParaRPr lang="fr-BE" dirty="0"/>
                    </a:p>
                    <a:p>
                      <a:endParaRPr lang="fr-BE" dirty="0"/>
                    </a:p>
                    <a:p>
                      <a:endParaRPr lang="fr-BE" dirty="0"/>
                    </a:p>
                    <a:p>
                      <a:endParaRPr lang="fr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B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fr-BE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fr-BE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fr-BE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fr-BE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fr-BE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fr-BE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fr-BE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fr-BE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fr-BE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fr-BE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fr-BE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fr-BE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fr-BE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fr-BE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fr-BE" dirty="0"/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fr-BE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fr-BE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fr-BE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fr-BE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fr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B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00943396"/>
                  </a:ext>
                </a:extLst>
              </a:tr>
            </a:tbl>
          </a:graphicData>
        </a:graphic>
      </p:graphicFrame>
      <p:sp>
        <p:nvSpPr>
          <p:cNvPr id="3" name="ZoneTexte 2">
            <a:extLst>
              <a:ext uri="{FF2B5EF4-FFF2-40B4-BE49-F238E27FC236}">
                <a16:creationId xmlns:a16="http://schemas.microsoft.com/office/drawing/2014/main" id="{1286F168-F788-ABE4-3E96-A79080B921D1}"/>
              </a:ext>
            </a:extLst>
          </p:cNvPr>
          <p:cNvSpPr txBox="1"/>
          <p:nvPr/>
        </p:nvSpPr>
        <p:spPr>
          <a:xfrm>
            <a:off x="3048000" y="6605428"/>
            <a:ext cx="6096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000" dirty="0"/>
              <a:t>Cc-by-sa by </a:t>
            </a:r>
            <a:r>
              <a:rPr lang="fr-FR" sz="1000" dirty="0" err="1"/>
              <a:t>zabellemotte</a:t>
            </a:r>
            <a:r>
              <a:rPr lang="fr-FR" sz="10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9566717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651123-4D9A-4024-33BD-181C061174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au 1">
            <a:extLst>
              <a:ext uri="{FF2B5EF4-FFF2-40B4-BE49-F238E27FC236}">
                <a16:creationId xmlns:a16="http://schemas.microsoft.com/office/drawing/2014/main" id="{B1C9D7EB-8BC7-4B2A-6347-FB410B06DB4A}"/>
              </a:ext>
            </a:extLst>
          </p:cNvPr>
          <p:cNvGraphicFramePr>
            <a:graphicFrameLocks noGrp="1"/>
          </p:cNvGraphicFramePr>
          <p:nvPr/>
        </p:nvGraphicFramePr>
        <p:xfrm>
          <a:off x="407505" y="327991"/>
          <a:ext cx="11300790" cy="607923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719469">
                  <a:extLst>
                    <a:ext uri="{9D8B030D-6E8A-4147-A177-3AD203B41FA5}">
                      <a16:colId xmlns:a16="http://schemas.microsoft.com/office/drawing/2014/main" val="3628197141"/>
                    </a:ext>
                  </a:extLst>
                </a:gridCol>
                <a:gridCol w="1013791">
                  <a:extLst>
                    <a:ext uri="{9D8B030D-6E8A-4147-A177-3AD203B41FA5}">
                      <a16:colId xmlns:a16="http://schemas.microsoft.com/office/drawing/2014/main" val="1998581739"/>
                    </a:ext>
                  </a:extLst>
                </a:gridCol>
                <a:gridCol w="4462670">
                  <a:extLst>
                    <a:ext uri="{9D8B030D-6E8A-4147-A177-3AD203B41FA5}">
                      <a16:colId xmlns:a16="http://schemas.microsoft.com/office/drawing/2014/main" val="2271034252"/>
                    </a:ext>
                  </a:extLst>
                </a:gridCol>
                <a:gridCol w="2206487">
                  <a:extLst>
                    <a:ext uri="{9D8B030D-6E8A-4147-A177-3AD203B41FA5}">
                      <a16:colId xmlns:a16="http://schemas.microsoft.com/office/drawing/2014/main" val="1143446003"/>
                    </a:ext>
                  </a:extLst>
                </a:gridCol>
                <a:gridCol w="1898373">
                  <a:extLst>
                    <a:ext uri="{9D8B030D-6E8A-4147-A177-3AD203B41FA5}">
                      <a16:colId xmlns:a16="http://schemas.microsoft.com/office/drawing/2014/main" val="1686971746"/>
                    </a:ext>
                  </a:extLst>
                </a:gridCol>
              </a:tblGrid>
              <a:tr h="501398">
                <a:tc>
                  <a:txBody>
                    <a:bodyPr/>
                    <a:lstStyle/>
                    <a:p>
                      <a:pPr algn="ctr"/>
                      <a:r>
                        <a:rPr lang="fr-BE" dirty="0"/>
                        <a:t>Activité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dirty="0"/>
                        <a:t>Timing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dirty="0"/>
                        <a:t>Actions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dirty="0"/>
                        <a:t>Evènement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dirty="0"/>
                        <a:t>Ressenti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6328201"/>
                  </a:ext>
                </a:extLst>
              </a:tr>
              <a:tr h="501398">
                <a:tc>
                  <a:txBody>
                    <a:bodyPr/>
                    <a:lstStyle/>
                    <a:p>
                      <a:endParaRPr lang="fr-BE" dirty="0"/>
                    </a:p>
                    <a:p>
                      <a:endParaRPr lang="fr-BE" dirty="0"/>
                    </a:p>
                    <a:p>
                      <a:endParaRPr lang="fr-BE" dirty="0"/>
                    </a:p>
                    <a:p>
                      <a:endParaRPr lang="fr-BE" dirty="0"/>
                    </a:p>
                    <a:p>
                      <a:endParaRPr lang="fr-BE" dirty="0"/>
                    </a:p>
                    <a:p>
                      <a:endParaRPr lang="fr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B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fr-BE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fr-BE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fr-BE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fr-BE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fr-BE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fr-BE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fr-BE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fr-BE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fr-BE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fr-BE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fr-BE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fr-BE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fr-BE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fr-BE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fr-BE" dirty="0"/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fr-BE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fr-BE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fr-BE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fr-BE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fr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B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00943396"/>
                  </a:ext>
                </a:extLst>
              </a:tr>
            </a:tbl>
          </a:graphicData>
        </a:graphic>
      </p:graphicFrame>
      <p:sp>
        <p:nvSpPr>
          <p:cNvPr id="3" name="ZoneTexte 2">
            <a:extLst>
              <a:ext uri="{FF2B5EF4-FFF2-40B4-BE49-F238E27FC236}">
                <a16:creationId xmlns:a16="http://schemas.microsoft.com/office/drawing/2014/main" id="{07A840FF-0AD0-B30B-9341-E8A0255E6A18}"/>
              </a:ext>
            </a:extLst>
          </p:cNvPr>
          <p:cNvSpPr txBox="1"/>
          <p:nvPr/>
        </p:nvSpPr>
        <p:spPr>
          <a:xfrm>
            <a:off x="3048000" y="6605428"/>
            <a:ext cx="6096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000" dirty="0"/>
              <a:t>Cc-by-sa by </a:t>
            </a:r>
            <a:r>
              <a:rPr lang="fr-FR" sz="1000" dirty="0" err="1"/>
              <a:t>zabellemotte</a:t>
            </a:r>
            <a:r>
              <a:rPr lang="fr-FR" sz="10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2086294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11A25B-B70D-3FED-5471-6B5094AA39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au 1">
            <a:extLst>
              <a:ext uri="{FF2B5EF4-FFF2-40B4-BE49-F238E27FC236}">
                <a16:creationId xmlns:a16="http://schemas.microsoft.com/office/drawing/2014/main" id="{F9D991DE-D0DD-FBA4-F6A5-87D19D4191DF}"/>
              </a:ext>
            </a:extLst>
          </p:cNvPr>
          <p:cNvGraphicFramePr>
            <a:graphicFrameLocks noGrp="1"/>
          </p:cNvGraphicFramePr>
          <p:nvPr/>
        </p:nvGraphicFramePr>
        <p:xfrm>
          <a:off x="407505" y="327991"/>
          <a:ext cx="11300790" cy="607923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719469">
                  <a:extLst>
                    <a:ext uri="{9D8B030D-6E8A-4147-A177-3AD203B41FA5}">
                      <a16:colId xmlns:a16="http://schemas.microsoft.com/office/drawing/2014/main" val="3628197141"/>
                    </a:ext>
                  </a:extLst>
                </a:gridCol>
                <a:gridCol w="1013791">
                  <a:extLst>
                    <a:ext uri="{9D8B030D-6E8A-4147-A177-3AD203B41FA5}">
                      <a16:colId xmlns:a16="http://schemas.microsoft.com/office/drawing/2014/main" val="1998581739"/>
                    </a:ext>
                  </a:extLst>
                </a:gridCol>
                <a:gridCol w="4462670">
                  <a:extLst>
                    <a:ext uri="{9D8B030D-6E8A-4147-A177-3AD203B41FA5}">
                      <a16:colId xmlns:a16="http://schemas.microsoft.com/office/drawing/2014/main" val="2271034252"/>
                    </a:ext>
                  </a:extLst>
                </a:gridCol>
                <a:gridCol w="2206487">
                  <a:extLst>
                    <a:ext uri="{9D8B030D-6E8A-4147-A177-3AD203B41FA5}">
                      <a16:colId xmlns:a16="http://schemas.microsoft.com/office/drawing/2014/main" val="1143446003"/>
                    </a:ext>
                  </a:extLst>
                </a:gridCol>
                <a:gridCol w="1898373">
                  <a:extLst>
                    <a:ext uri="{9D8B030D-6E8A-4147-A177-3AD203B41FA5}">
                      <a16:colId xmlns:a16="http://schemas.microsoft.com/office/drawing/2014/main" val="1686971746"/>
                    </a:ext>
                  </a:extLst>
                </a:gridCol>
              </a:tblGrid>
              <a:tr h="501398">
                <a:tc>
                  <a:txBody>
                    <a:bodyPr/>
                    <a:lstStyle/>
                    <a:p>
                      <a:pPr algn="ctr"/>
                      <a:r>
                        <a:rPr lang="fr-BE" dirty="0"/>
                        <a:t>Activité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dirty="0"/>
                        <a:t>Timing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dirty="0"/>
                        <a:t>Actions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dirty="0"/>
                        <a:t>Evènement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dirty="0"/>
                        <a:t>Ressenti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6328201"/>
                  </a:ext>
                </a:extLst>
              </a:tr>
              <a:tr h="501398">
                <a:tc>
                  <a:txBody>
                    <a:bodyPr/>
                    <a:lstStyle/>
                    <a:p>
                      <a:endParaRPr lang="fr-BE" dirty="0"/>
                    </a:p>
                    <a:p>
                      <a:endParaRPr lang="fr-BE" dirty="0"/>
                    </a:p>
                    <a:p>
                      <a:endParaRPr lang="fr-BE" dirty="0"/>
                    </a:p>
                    <a:p>
                      <a:endParaRPr lang="fr-BE" dirty="0"/>
                    </a:p>
                    <a:p>
                      <a:endParaRPr lang="fr-BE" dirty="0"/>
                    </a:p>
                    <a:p>
                      <a:endParaRPr lang="fr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B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fr-BE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fr-BE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fr-BE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fr-BE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fr-BE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fr-BE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fr-BE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fr-BE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fr-BE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fr-BE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fr-BE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fr-BE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fr-BE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fr-BE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fr-BE" dirty="0"/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fr-BE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fr-BE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fr-BE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fr-BE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fr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B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00943396"/>
                  </a:ext>
                </a:extLst>
              </a:tr>
            </a:tbl>
          </a:graphicData>
        </a:graphic>
      </p:graphicFrame>
      <p:sp>
        <p:nvSpPr>
          <p:cNvPr id="3" name="ZoneTexte 2">
            <a:extLst>
              <a:ext uri="{FF2B5EF4-FFF2-40B4-BE49-F238E27FC236}">
                <a16:creationId xmlns:a16="http://schemas.microsoft.com/office/drawing/2014/main" id="{DC3BCE7F-BC9D-8571-AFF7-4D144515FB77}"/>
              </a:ext>
            </a:extLst>
          </p:cNvPr>
          <p:cNvSpPr txBox="1"/>
          <p:nvPr/>
        </p:nvSpPr>
        <p:spPr>
          <a:xfrm>
            <a:off x="3048000" y="6605428"/>
            <a:ext cx="6096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000" dirty="0"/>
              <a:t>Cc-by-sa by </a:t>
            </a:r>
            <a:r>
              <a:rPr lang="fr-FR" sz="1000" dirty="0" err="1"/>
              <a:t>zabellemotte</a:t>
            </a:r>
            <a:r>
              <a:rPr lang="fr-FR" sz="10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260513706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DefaultSectionNames xmlns="dfb59c1a-e8ad-45bb-b1ff-921927d371d8" xsi:nil="true"/>
    <Is_Collaboration_Space_Locked xmlns="dfb59c1a-e8ad-45bb-b1ff-921927d371d8" xsi:nil="true"/>
    <FolderType xmlns="dfb59c1a-e8ad-45bb-b1ff-921927d371d8" xsi:nil="true"/>
    <Teachers xmlns="dfb59c1a-e8ad-45bb-b1ff-921927d371d8">
      <UserInfo>
        <DisplayName/>
        <AccountId xsi:nil="true"/>
        <AccountType/>
      </UserInfo>
    </Teachers>
    <NotebookType xmlns="dfb59c1a-e8ad-45bb-b1ff-921927d371d8" xsi:nil="true"/>
    <TeamsChannelId xmlns="dfb59c1a-e8ad-45bb-b1ff-921927d371d8" xsi:nil="true"/>
    <Invited_Teachers xmlns="dfb59c1a-e8ad-45bb-b1ff-921927d371d8" xsi:nil="true"/>
    <Invited_Students xmlns="dfb59c1a-e8ad-45bb-b1ff-921927d371d8" xsi:nil="true"/>
    <IsNotebookLocked xmlns="dfb59c1a-e8ad-45bb-b1ff-921927d371d8" xsi:nil="true"/>
    <_activity xmlns="dfb59c1a-e8ad-45bb-b1ff-921927d371d8" xsi:nil="true"/>
    <CultureName xmlns="dfb59c1a-e8ad-45bb-b1ff-921927d371d8" xsi:nil="true"/>
    <Owner xmlns="dfb59c1a-e8ad-45bb-b1ff-921927d371d8">
      <UserInfo>
        <DisplayName/>
        <AccountId xsi:nil="true"/>
        <AccountType/>
      </UserInfo>
    </Owner>
    <AppVersion xmlns="dfb59c1a-e8ad-45bb-b1ff-921927d371d8" xsi:nil="true"/>
    <Math_Settings xmlns="dfb59c1a-e8ad-45bb-b1ff-921927d371d8" xsi:nil="true"/>
    <Templates xmlns="dfb59c1a-e8ad-45bb-b1ff-921927d371d8" xsi:nil="true"/>
    <Students xmlns="dfb59c1a-e8ad-45bb-b1ff-921927d371d8">
      <UserInfo>
        <DisplayName/>
        <AccountId xsi:nil="true"/>
        <AccountType/>
      </UserInfo>
    </Students>
    <Student_Groups xmlns="dfb59c1a-e8ad-45bb-b1ff-921927d371d8">
      <UserInfo>
        <DisplayName/>
        <AccountId xsi:nil="true"/>
        <AccountType/>
      </UserInfo>
    </Student_Groups>
    <Self_Registration_Enabled xmlns="dfb59c1a-e8ad-45bb-b1ff-921927d371d8" xsi:nil="true"/>
    <Has_Teacher_Only_SectionGroup xmlns="dfb59c1a-e8ad-45bb-b1ff-921927d371d8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34004C63A95244CB4134505B12FF0A0" ma:contentTypeVersion="36" ma:contentTypeDescription="Crée un document." ma:contentTypeScope="" ma:versionID="ab3c5e89b4827811c3d750387f18d1b5">
  <xsd:schema xmlns:xsd="http://www.w3.org/2001/XMLSchema" xmlns:xs="http://www.w3.org/2001/XMLSchema" xmlns:p="http://schemas.microsoft.com/office/2006/metadata/properties" xmlns:ns3="7fdc2a15-4d16-4143-9877-b21115d964b9" xmlns:ns4="dfb59c1a-e8ad-45bb-b1ff-921927d371d8" targetNamespace="http://schemas.microsoft.com/office/2006/metadata/properties" ma:root="true" ma:fieldsID="ddee41efdcfa927b9c11ee900848afd6" ns3:_="" ns4:_="">
    <xsd:import namespace="7fdc2a15-4d16-4143-9877-b21115d964b9"/>
    <xsd:import namespace="dfb59c1a-e8ad-45bb-b1ff-921927d371d8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NotebookType" minOccurs="0"/>
                <xsd:element ref="ns4:FolderType" minOccurs="0"/>
                <xsd:element ref="ns4:CultureName" minOccurs="0"/>
                <xsd:element ref="ns4:AppVersion" minOccurs="0"/>
                <xsd:element ref="ns4:TeamsChannelId" minOccurs="0"/>
                <xsd:element ref="ns4:Owner" minOccurs="0"/>
                <xsd:element ref="ns4:Math_Settings" minOccurs="0"/>
                <xsd:element ref="ns4:DefaultSectionNames" minOccurs="0"/>
                <xsd:element ref="ns4:Templates" minOccurs="0"/>
                <xsd:element ref="ns4:Teachers" minOccurs="0"/>
                <xsd:element ref="ns4:Students" minOccurs="0"/>
                <xsd:element ref="ns4:Student_Groups" minOccurs="0"/>
                <xsd:element ref="ns4:Invited_Teachers" minOccurs="0"/>
                <xsd:element ref="ns4:Invited_Students" minOccurs="0"/>
                <xsd:element ref="ns4:Self_Registration_Enabled" minOccurs="0"/>
                <xsd:element ref="ns4:Has_Teacher_Only_SectionGroup" minOccurs="0"/>
                <xsd:element ref="ns4:Is_Collaboration_Space_Locked" minOccurs="0"/>
                <xsd:element ref="ns4:IsNotebookLocked" minOccurs="0"/>
                <xsd:element ref="ns4:MediaServiceAutoTags" minOccurs="0"/>
                <xsd:element ref="ns4:MediaServiceOCR" minOccurs="0"/>
                <xsd:element ref="ns4:MediaServiceDateTaken" minOccurs="0"/>
                <xsd:element ref="ns4:MediaServiceGenerationTime" minOccurs="0"/>
                <xsd:element ref="ns4:MediaServiceEventHashCode" minOccurs="0"/>
                <xsd:element ref="ns4:MediaServiceLocation" minOccurs="0"/>
                <xsd:element ref="ns4:MediaServiceAutoKeyPoints" minOccurs="0"/>
                <xsd:element ref="ns4:MediaServiceKeyPoints" minOccurs="0"/>
                <xsd:element ref="ns4:MediaLengthInSeconds" minOccurs="0"/>
                <xsd:element ref="ns4:_activity" minOccurs="0"/>
                <xsd:element ref="ns4:MediaServiceObjectDetectorVersions" minOccurs="0"/>
                <xsd:element ref="ns4:MediaServiceSystemTags" minOccurs="0"/>
                <xsd:element ref="ns4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fdc2a15-4d16-4143-9877-b21115d964b9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Partagé avec" ma:description="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Partagé avec détails" ma:description="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Partage du hachage d’indicateur" ma:description="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fb59c1a-e8ad-45bb-b1ff-921927d371d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NotebookType" ma:index="13" nillable="true" ma:displayName="Notebook Type" ma:internalName="NotebookType">
      <xsd:simpleType>
        <xsd:restriction base="dms:Text"/>
      </xsd:simpleType>
    </xsd:element>
    <xsd:element name="FolderType" ma:index="14" nillable="true" ma:displayName="Folder Type" ma:internalName="FolderType">
      <xsd:simpleType>
        <xsd:restriction base="dms:Text"/>
      </xsd:simpleType>
    </xsd:element>
    <xsd:element name="CultureName" ma:index="15" nillable="true" ma:displayName="Culture Name" ma:internalName="CultureName">
      <xsd:simpleType>
        <xsd:restriction base="dms:Text"/>
      </xsd:simpleType>
    </xsd:element>
    <xsd:element name="AppVersion" ma:index="16" nillable="true" ma:displayName="App Version" ma:internalName="AppVersion">
      <xsd:simpleType>
        <xsd:restriction base="dms:Text"/>
      </xsd:simpleType>
    </xsd:element>
    <xsd:element name="TeamsChannelId" ma:index="17" nillable="true" ma:displayName="Teams Channel Id" ma:internalName="TeamsChannelId">
      <xsd:simpleType>
        <xsd:restriction base="dms:Text"/>
      </xsd:simpleType>
    </xsd:element>
    <xsd:element name="Owner" ma:index="18" nillable="true" ma:displayName="Owner" ma:internalName="Owner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Math_Settings" ma:index="19" nillable="true" ma:displayName="Math Settings" ma:internalName="Math_Settings">
      <xsd:simpleType>
        <xsd:restriction base="dms:Text"/>
      </xsd:simpleType>
    </xsd:element>
    <xsd:element name="DefaultSectionNames" ma:index="20" nillable="true" ma:displayName="Default Section Names" ma:internalName="DefaultSectionNames">
      <xsd:simpleType>
        <xsd:restriction base="dms:Note">
          <xsd:maxLength value="255"/>
        </xsd:restriction>
      </xsd:simpleType>
    </xsd:element>
    <xsd:element name="Templates" ma:index="21" nillable="true" ma:displayName="Templates" ma:internalName="Templates">
      <xsd:simpleType>
        <xsd:restriction base="dms:Note">
          <xsd:maxLength value="255"/>
        </xsd:restriction>
      </xsd:simpleType>
    </xsd:element>
    <xsd:element name="Teachers" ma:index="22" nillable="true" ma:displayName="Teachers" ma:internalName="Teacher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tudents" ma:index="23" nillable="true" ma:displayName="Students" ma:internalName="Student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tudent_Groups" ma:index="24" nillable="true" ma:displayName="Student Groups" ma:internalName="Student_Group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Invited_Teachers" ma:index="25" nillable="true" ma:displayName="Invited Teachers" ma:internalName="Invited_Teachers">
      <xsd:simpleType>
        <xsd:restriction base="dms:Note">
          <xsd:maxLength value="255"/>
        </xsd:restriction>
      </xsd:simpleType>
    </xsd:element>
    <xsd:element name="Invited_Students" ma:index="26" nillable="true" ma:displayName="Invited Students" ma:internalName="Invited_Students">
      <xsd:simpleType>
        <xsd:restriction base="dms:Note">
          <xsd:maxLength value="255"/>
        </xsd:restriction>
      </xsd:simpleType>
    </xsd:element>
    <xsd:element name="Self_Registration_Enabled" ma:index="27" nillable="true" ma:displayName="Self Registration Enabled" ma:internalName="Self_Registration_Enabled">
      <xsd:simpleType>
        <xsd:restriction base="dms:Boolean"/>
      </xsd:simpleType>
    </xsd:element>
    <xsd:element name="Has_Teacher_Only_SectionGroup" ma:index="28" nillable="true" ma:displayName="Has Teacher Only SectionGroup" ma:internalName="Has_Teacher_Only_SectionGroup">
      <xsd:simpleType>
        <xsd:restriction base="dms:Boolean"/>
      </xsd:simpleType>
    </xsd:element>
    <xsd:element name="Is_Collaboration_Space_Locked" ma:index="29" nillable="true" ma:displayName="Is Collaboration Space Locked" ma:internalName="Is_Collaboration_Space_Locked">
      <xsd:simpleType>
        <xsd:restriction base="dms:Boolean"/>
      </xsd:simpleType>
    </xsd:element>
    <xsd:element name="IsNotebookLocked" ma:index="30" nillable="true" ma:displayName="Is Notebook Locked" ma:internalName="IsNotebookLocked">
      <xsd:simpleType>
        <xsd:restriction base="dms:Boolean"/>
      </xsd:simpleType>
    </xsd:element>
    <xsd:element name="MediaServiceAutoTags" ma:index="31" nillable="true" ma:displayName="Tags" ma:internalName="MediaServiceAutoTags" ma:readOnly="true">
      <xsd:simpleType>
        <xsd:restriction base="dms:Text"/>
      </xsd:simpleType>
    </xsd:element>
    <xsd:element name="MediaServiceOCR" ma:index="3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33" nillable="true" ma:displayName="MediaServiceDateTaken" ma:hidden="true" ma:internalName="MediaServiceDateTaken" ma:readOnly="true">
      <xsd:simpleType>
        <xsd:restriction base="dms:Text"/>
      </xsd:simpleType>
    </xsd:element>
    <xsd:element name="MediaServiceGenerationTime" ma:index="3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3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36" nillable="true" ma:displayName="Location" ma:internalName="MediaServiceLocation" ma:readOnly="true">
      <xsd:simpleType>
        <xsd:restriction base="dms:Text"/>
      </xsd:simpleType>
    </xsd:element>
    <xsd:element name="MediaServiceAutoKeyPoints" ma:index="3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3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39" nillable="true" ma:displayName="MediaLengthInSeconds" ma:hidden="true" ma:internalName="MediaLengthInSeconds" ma:readOnly="true">
      <xsd:simpleType>
        <xsd:restriction base="dms:Unknown"/>
      </xsd:simpleType>
    </xsd:element>
    <xsd:element name="_activity" ma:index="40" nillable="true" ma:displayName="_activity" ma:hidden="true" ma:internalName="_activity">
      <xsd:simpleType>
        <xsd:restriction base="dms:Note"/>
      </xsd:simpleType>
    </xsd:element>
    <xsd:element name="MediaServiceObjectDetectorVersions" ma:index="4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4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4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144CE87-0415-4C96-A310-544E4B8F17A3}">
  <ds:schemaRefs>
    <ds:schemaRef ds:uri="http://purl.org/dc/terms/"/>
    <ds:schemaRef ds:uri="http://schemas.microsoft.com/office/2006/metadata/properties"/>
    <ds:schemaRef ds:uri="http://schemas.microsoft.com/office/2006/documentManagement/types"/>
    <ds:schemaRef ds:uri="http://purl.org/dc/elements/1.1/"/>
    <ds:schemaRef ds:uri="http://www.w3.org/XML/1998/namespace"/>
    <ds:schemaRef ds:uri="dfb59c1a-e8ad-45bb-b1ff-921927d371d8"/>
    <ds:schemaRef ds:uri="http://schemas.openxmlformats.org/package/2006/metadata/core-properties"/>
    <ds:schemaRef ds:uri="http://schemas.microsoft.com/office/infopath/2007/PartnerControls"/>
    <ds:schemaRef ds:uri="7fdc2a15-4d16-4143-9877-b21115d964b9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CFEEE5F2-8A74-40AD-AF22-E04DE1DD5C2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F38CD99-CA0C-4200-86E1-8C73B3F7AC8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fdc2a15-4d16-4143-9877-b21115d964b9"/>
    <ds:schemaRef ds:uri="dfb59c1a-e8ad-45bb-b1ff-921927d371d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66</TotalTime>
  <Words>265</Words>
  <Application>Microsoft Office PowerPoint</Application>
  <PresentationFormat>Grand écran</PresentationFormat>
  <Paragraphs>297</Paragraphs>
  <Slides>10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Isabelle Motte</dc:creator>
  <cp:lastModifiedBy>Isabelle Motte</cp:lastModifiedBy>
  <cp:revision>98</cp:revision>
  <dcterms:created xsi:type="dcterms:W3CDTF">2026-02-16T19:33:01Z</dcterms:created>
  <dcterms:modified xsi:type="dcterms:W3CDTF">2026-02-16T20:56:14Z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0x010100034004C63A95244CB4134505B12FF0A0</vt:lpwstr>
  </property>
</Properties>
</file>